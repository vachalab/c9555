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4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_rels/presentation.xml.rels" ContentType="application/vnd.openxmlformats-package.relationships+xml"/>
  <Override PartName="/ppt/media/image29.png" ContentType="image/png"/>
  <Override PartName="/ppt/media/image2.wmf" ContentType="image/x-wmf"/>
  <Override PartName="/ppt/media/image28.png" ContentType="image/png"/>
  <Override PartName="/ppt/media/image27.png" ContentType="image/png"/>
  <Override PartName="/ppt/media/image24.png" ContentType="image/png"/>
  <Override PartName="/ppt/media/image23.png" ContentType="image/png"/>
  <Override PartName="/ppt/media/image22.png" ContentType="image/png"/>
  <Override PartName="/ppt/media/image21.png" ContentType="image/png"/>
  <Override PartName="/ppt/media/image19.png" ContentType="image/png"/>
  <Override PartName="/ppt/media/image9.wmf" ContentType="image/x-wmf"/>
  <Override PartName="/ppt/media/image14.png" ContentType="image/png"/>
  <Override PartName="/ppt/media/image31.png" ContentType="image/png"/>
  <Override PartName="/ppt/media/image32.png" ContentType="image/png"/>
  <Override PartName="/ppt/media/image1.jpeg" ContentType="image/jpeg"/>
  <Override PartName="/ppt/media/image33.png" ContentType="image/png"/>
  <Override PartName="/ppt/media/image34.png" ContentType="image/png"/>
  <Override PartName="/ppt/media/image10.wmf" ContentType="image/x-wmf"/>
  <Override PartName="/ppt/media/image25.png" ContentType="image/png"/>
  <Override PartName="/ppt/media/image35.png" ContentType="image/png"/>
  <Override PartName="/ppt/media/image36.png" ContentType="image/png"/>
  <Override PartName="/ppt/media/image13.png" ContentType="image/png"/>
  <Override PartName="/ppt/media/image8.wmf" ContentType="image/x-wmf"/>
  <Override PartName="/ppt/media/image37.png" ContentType="image/png"/>
  <Override PartName="/ppt/media/image38.png" ContentType="image/png"/>
  <Override PartName="/ppt/media/image12.png" ContentType="image/png"/>
  <Override PartName="/ppt/media/image11.wmf" ContentType="image/x-wmf"/>
  <Override PartName="/ppt/media/image26.png" ContentType="image/png"/>
  <Override PartName="/ppt/media/image6.wmf" ContentType="image/x-wmf"/>
  <Override PartName="/ppt/media/image7.wmf" ContentType="image/x-wmf"/>
  <Override PartName="/ppt/media/image5.tif" ContentType="image/tiff"/>
  <Override PartName="/ppt/media/image30.png" ContentType="image/png"/>
  <Override PartName="/ppt/media/image3.jpeg" ContentType="image/jpeg"/>
  <Override PartName="/ppt/media/image15.png" ContentType="image/png"/>
  <Override PartName="/ppt/media/image4.wmf" ContentType="image/x-wmf"/>
  <Override PartName="/ppt/media/image16.png" ContentType="image/png"/>
  <Override PartName="/ppt/media/image17.png" ContentType="image/png"/>
  <Override PartName="/ppt/media/image18.png" ContentType="image/png"/>
  <Override PartName="/ppt/media/image20.png" ContentType="image/png"/>
  <Override PartName="/ppt/slideLayouts/_rels/slideLayout5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39.xml.rels" ContentType="application/vnd.openxmlformats-package.relationships+xml"/>
  <Override PartName="/ppt/slideLayouts/slideLayout2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21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_rels/slide2.xml.rels" ContentType="application/vnd.openxmlformats-package.relationships+xml"/>
  <Override PartName="/ppt/slides/_rels/slide20.xml.rels" ContentType="application/vnd.openxmlformats-package.relationships+xml"/>
  <Override PartName="/ppt/slides/_rels/slide1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3.xml.rels" ContentType="application/vnd.openxmlformats-package.relationships+xml"/>
  <Override PartName="/ppt/slides/_rels/slide21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23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22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19.xml.rels" ContentType="application/vnd.openxmlformats-package.relationships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87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2000" cy="6858000"/>
  <p:notesSz cx="6865937" cy="9996487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5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r>
              <a:rPr b="0" lang="en-US" sz="2000" spc="-1" strike="noStrike">
                <a:latin typeface="Arial"/>
              </a:rPr>
              <a:t>Click to edit the notes format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7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r>
              <a:rPr b="0" lang="en-US" sz="1400" spc="-1" strike="noStrike">
                <a:latin typeface="Times New Roman"/>
              </a:rPr>
              <a:t>&lt;header&gt;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171" name="PlaceHolder 4"/>
          <p:cNvSpPr>
            <a:spLocks noGrp="1"/>
          </p:cNvSpPr>
          <p:nvPr>
            <p:ph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pPr algn="r"/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172" name="PlaceHolder 5"/>
          <p:cNvSpPr>
            <a:spLocks noGrp="1"/>
          </p:cNvSpPr>
          <p:nvPr>
            <p:ph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</p:spPr>
        <p:txBody>
          <a:bodyPr lIns="0" rIns="0" tIns="0" bIns="0" anchor="b">
            <a:noAutofit/>
          </a:bodyPr>
          <a:p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173" name="PlaceHolder 6"/>
          <p:cNvSpPr>
            <a:spLocks noGrp="1"/>
          </p:cNvSpPr>
          <p:nvPr>
            <p:ph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</p:spPr>
        <p:txBody>
          <a:bodyPr lIns="0" rIns="0" tIns="0" bIns="0" anchor="b">
            <a:noAutofit/>
          </a:bodyPr>
          <a:p>
            <a:pPr algn="r"/>
            <a:fld id="{B880AFDA-4E52-4220-8065-77C2598FFE62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PlaceHolder 1"/>
          <p:cNvSpPr>
            <a:spLocks noGrp="1"/>
          </p:cNvSpPr>
          <p:nvPr>
            <p:ph type="sldImg"/>
          </p:nvPr>
        </p:nvSpPr>
        <p:spPr>
          <a:xfrm>
            <a:off x="436680" y="1249200"/>
            <a:ext cx="5994000" cy="3373200"/>
          </a:xfrm>
          <a:prstGeom prst="rect">
            <a:avLst/>
          </a:prstGeom>
        </p:spPr>
      </p:sp>
      <p:sp>
        <p:nvSpPr>
          <p:cNvPr id="306" name="PlaceHolder 2"/>
          <p:cNvSpPr>
            <a:spLocks noGrp="1"/>
          </p:cNvSpPr>
          <p:nvPr>
            <p:ph type="body"/>
          </p:nvPr>
        </p:nvSpPr>
        <p:spPr>
          <a:xfrm>
            <a:off x="686520" y="4810680"/>
            <a:ext cx="5492520" cy="3935880"/>
          </a:xfrm>
          <a:prstGeom prst="rect">
            <a:avLst/>
          </a:prstGeom>
        </p:spPr>
        <p:txBody>
          <a:bodyPr lIns="96480" rIns="96480" tIns="48240" bIns="48240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307" name="TextShape 3"/>
          <p:cNvSpPr txBox="1"/>
          <p:nvPr/>
        </p:nvSpPr>
        <p:spPr>
          <a:xfrm>
            <a:off x="3889080" y="9495000"/>
            <a:ext cx="2975040" cy="501120"/>
          </a:xfrm>
          <a:prstGeom prst="rect">
            <a:avLst/>
          </a:prstGeom>
          <a:noFill/>
          <a:ln w="0">
            <a:noFill/>
          </a:ln>
        </p:spPr>
        <p:txBody>
          <a:bodyPr lIns="96480" rIns="96480" tIns="48240" bIns="48240" anchor="b">
            <a:noAutofit/>
          </a:bodyPr>
          <a:p>
            <a:pPr algn="r">
              <a:lnSpc>
                <a:spcPct val="100000"/>
              </a:lnSpc>
            </a:pPr>
            <a:fld id="{CD2AA9C6-14C5-45C3-9E5F-F31A8BD14728}" type="slidenum">
              <a:rPr b="0" lang="cs-CZ" sz="13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US" sz="13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466560" y="365040"/>
            <a:ext cx="11258280" cy="8251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466560" y="1523880"/>
            <a:ext cx="11258280" cy="43621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66560" y="365040"/>
            <a:ext cx="11258280" cy="8251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466560" y="1523880"/>
            <a:ext cx="11258280" cy="4362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400" spc="-1" strike="noStrike">
              <a:solidFill>
                <a:srgbClr val="39464a"/>
              </a:solidFill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66560" y="365040"/>
            <a:ext cx="11258280" cy="8251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466560" y="1523880"/>
            <a:ext cx="5493960" cy="4362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400" spc="-1" strike="noStrike">
              <a:solidFill>
                <a:srgbClr val="39464a"/>
              </a:solidFill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body"/>
          </p:nvPr>
        </p:nvSpPr>
        <p:spPr>
          <a:xfrm>
            <a:off x="6235560" y="1523880"/>
            <a:ext cx="5493960" cy="4362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400" spc="-1" strike="noStrike">
              <a:solidFill>
                <a:srgbClr val="39464a"/>
              </a:solidFill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66560" y="365040"/>
            <a:ext cx="11258280" cy="8251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subTitle"/>
          </p:nvPr>
        </p:nvSpPr>
        <p:spPr>
          <a:xfrm>
            <a:off x="466560" y="365040"/>
            <a:ext cx="11258280" cy="38260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66560" y="365040"/>
            <a:ext cx="11258280" cy="8251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466560" y="1523880"/>
            <a:ext cx="5493960" cy="2080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400" spc="-1" strike="noStrike">
              <a:solidFill>
                <a:srgbClr val="39464a"/>
              </a:solidFill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body"/>
          </p:nvPr>
        </p:nvSpPr>
        <p:spPr>
          <a:xfrm>
            <a:off x="6235560" y="1523880"/>
            <a:ext cx="5493960" cy="4362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400" spc="-1" strike="noStrike">
              <a:solidFill>
                <a:srgbClr val="39464a"/>
              </a:solidFill>
              <a:latin typeface="Arial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body"/>
          </p:nvPr>
        </p:nvSpPr>
        <p:spPr>
          <a:xfrm>
            <a:off x="466560" y="3802320"/>
            <a:ext cx="5493960" cy="2080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400" spc="-1" strike="noStrike">
              <a:solidFill>
                <a:srgbClr val="39464a"/>
              </a:solidFill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66560" y="365040"/>
            <a:ext cx="11258280" cy="8251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466560" y="1523880"/>
            <a:ext cx="5493960" cy="4362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400" spc="-1" strike="noStrike">
              <a:solidFill>
                <a:srgbClr val="39464a"/>
              </a:solidFill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body"/>
          </p:nvPr>
        </p:nvSpPr>
        <p:spPr>
          <a:xfrm>
            <a:off x="6235560" y="1523880"/>
            <a:ext cx="5493960" cy="2080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400" spc="-1" strike="noStrike">
              <a:solidFill>
                <a:srgbClr val="39464a"/>
              </a:solidFill>
              <a:latin typeface="Arial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body"/>
          </p:nvPr>
        </p:nvSpPr>
        <p:spPr>
          <a:xfrm>
            <a:off x="6235560" y="3802320"/>
            <a:ext cx="5493960" cy="2080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400" spc="-1" strike="noStrike">
              <a:solidFill>
                <a:srgbClr val="39464a"/>
              </a:solidFill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466560" y="365040"/>
            <a:ext cx="11258280" cy="8251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466560" y="1523880"/>
            <a:ext cx="5493960" cy="2080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400" spc="-1" strike="noStrike">
              <a:solidFill>
                <a:srgbClr val="39464a"/>
              </a:solidFill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body"/>
          </p:nvPr>
        </p:nvSpPr>
        <p:spPr>
          <a:xfrm>
            <a:off x="6235560" y="1523880"/>
            <a:ext cx="5493960" cy="2080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400" spc="-1" strike="noStrike">
              <a:solidFill>
                <a:srgbClr val="39464a"/>
              </a:solidFill>
              <a:latin typeface="Arial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body"/>
          </p:nvPr>
        </p:nvSpPr>
        <p:spPr>
          <a:xfrm>
            <a:off x="466560" y="3802320"/>
            <a:ext cx="11258280" cy="2080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400" spc="-1" strike="noStrike">
              <a:solidFill>
                <a:srgbClr val="39464a"/>
              </a:solidFill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66560" y="365040"/>
            <a:ext cx="11258280" cy="8251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66560" y="1523880"/>
            <a:ext cx="11258280" cy="2080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400" spc="-1" strike="noStrike">
              <a:solidFill>
                <a:srgbClr val="39464a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6560" y="3802320"/>
            <a:ext cx="11258280" cy="2080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400" spc="-1" strike="noStrike">
              <a:solidFill>
                <a:srgbClr val="39464a"/>
              </a:solidFill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66560" y="365040"/>
            <a:ext cx="11258280" cy="8251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66560" y="1523880"/>
            <a:ext cx="5493960" cy="2080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400" spc="-1" strike="noStrike">
              <a:solidFill>
                <a:srgbClr val="39464a"/>
              </a:solidFill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6235560" y="1523880"/>
            <a:ext cx="5493960" cy="2080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400" spc="-1" strike="noStrike">
              <a:solidFill>
                <a:srgbClr val="39464a"/>
              </a:solidFill>
              <a:latin typeface="Arial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6560" y="3802320"/>
            <a:ext cx="5493960" cy="2080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400" spc="-1" strike="noStrike">
              <a:solidFill>
                <a:srgbClr val="39464a"/>
              </a:solidFill>
              <a:latin typeface="Arial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6235560" y="3802320"/>
            <a:ext cx="5493960" cy="2080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400" spc="-1" strike="noStrike">
              <a:solidFill>
                <a:srgbClr val="39464a"/>
              </a:solidFill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66560" y="365040"/>
            <a:ext cx="11258280" cy="8251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66560" y="1523880"/>
            <a:ext cx="3624840" cy="2080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400" spc="-1" strike="noStrike">
              <a:solidFill>
                <a:srgbClr val="39464a"/>
              </a:solidFill>
              <a:latin typeface="Arial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273200" y="1523880"/>
            <a:ext cx="3624840" cy="2080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400" spc="-1" strike="noStrike">
              <a:solidFill>
                <a:srgbClr val="39464a"/>
              </a:solidFill>
              <a:latin typeface="Arial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8079480" y="1523880"/>
            <a:ext cx="3624840" cy="2080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400" spc="-1" strike="noStrike">
              <a:solidFill>
                <a:srgbClr val="39464a"/>
              </a:solidFill>
              <a:latin typeface="Arial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466560" y="3802320"/>
            <a:ext cx="3624840" cy="2080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400" spc="-1" strike="noStrike">
              <a:solidFill>
                <a:srgbClr val="39464a"/>
              </a:solidFill>
              <a:latin typeface="Arial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body"/>
          </p:nvPr>
        </p:nvSpPr>
        <p:spPr>
          <a:xfrm>
            <a:off x="4273200" y="3802320"/>
            <a:ext cx="3624840" cy="2080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400" spc="-1" strike="noStrike">
              <a:solidFill>
                <a:srgbClr val="39464a"/>
              </a:solidFill>
              <a:latin typeface="Arial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 type="body"/>
          </p:nvPr>
        </p:nvSpPr>
        <p:spPr>
          <a:xfrm>
            <a:off x="8079480" y="3802320"/>
            <a:ext cx="3624840" cy="2080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400" spc="-1" strike="noStrike">
              <a:solidFill>
                <a:srgbClr val="39464a"/>
              </a:solidFill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66560" y="365040"/>
            <a:ext cx="11258280" cy="8251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subTitle"/>
          </p:nvPr>
        </p:nvSpPr>
        <p:spPr>
          <a:xfrm>
            <a:off x="466560" y="1523880"/>
            <a:ext cx="11258280" cy="43621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66560" y="365040"/>
            <a:ext cx="11258280" cy="8251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466560" y="1523880"/>
            <a:ext cx="11258280" cy="4362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400" spc="-1" strike="noStrike">
              <a:solidFill>
                <a:srgbClr val="39464a"/>
              </a:solidFill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66560" y="365040"/>
            <a:ext cx="11258280" cy="8251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466560" y="1523880"/>
            <a:ext cx="5493960" cy="4362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400" spc="-1" strike="noStrike">
              <a:solidFill>
                <a:srgbClr val="39464a"/>
              </a:solidFill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6235560" y="1523880"/>
            <a:ext cx="5493960" cy="4362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400" spc="-1" strike="noStrike">
              <a:solidFill>
                <a:srgbClr val="39464a"/>
              </a:solidFill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466560" y="365040"/>
            <a:ext cx="11258280" cy="8251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subTitle"/>
          </p:nvPr>
        </p:nvSpPr>
        <p:spPr>
          <a:xfrm>
            <a:off x="466560" y="365040"/>
            <a:ext cx="11258280" cy="38260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66560" y="365040"/>
            <a:ext cx="11258280" cy="8251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body"/>
          </p:nvPr>
        </p:nvSpPr>
        <p:spPr>
          <a:xfrm>
            <a:off x="466560" y="1523880"/>
            <a:ext cx="5493960" cy="2080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400" spc="-1" strike="noStrike">
              <a:solidFill>
                <a:srgbClr val="39464a"/>
              </a:solidFill>
              <a:latin typeface="Arial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 type="body"/>
          </p:nvPr>
        </p:nvSpPr>
        <p:spPr>
          <a:xfrm>
            <a:off x="6235560" y="1523880"/>
            <a:ext cx="5493960" cy="4362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400" spc="-1" strike="noStrike">
              <a:solidFill>
                <a:srgbClr val="39464a"/>
              </a:solidFill>
              <a:latin typeface="Arial"/>
            </a:endParaRPr>
          </a:p>
        </p:txBody>
      </p:sp>
      <p:sp>
        <p:nvSpPr>
          <p:cNvPr id="61" name="PlaceHolder 4"/>
          <p:cNvSpPr>
            <a:spLocks noGrp="1"/>
          </p:cNvSpPr>
          <p:nvPr>
            <p:ph type="body"/>
          </p:nvPr>
        </p:nvSpPr>
        <p:spPr>
          <a:xfrm>
            <a:off x="466560" y="3802320"/>
            <a:ext cx="5493960" cy="2080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400" spc="-1" strike="noStrike">
              <a:solidFill>
                <a:srgbClr val="39464a"/>
              </a:solidFill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66560" y="365040"/>
            <a:ext cx="11258280" cy="8251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body"/>
          </p:nvPr>
        </p:nvSpPr>
        <p:spPr>
          <a:xfrm>
            <a:off x="466560" y="1523880"/>
            <a:ext cx="5493960" cy="4362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400" spc="-1" strike="noStrike">
              <a:solidFill>
                <a:srgbClr val="39464a"/>
              </a:solidFill>
              <a:latin typeface="Arial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 type="body"/>
          </p:nvPr>
        </p:nvSpPr>
        <p:spPr>
          <a:xfrm>
            <a:off x="6235560" y="1523880"/>
            <a:ext cx="5493960" cy="2080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400" spc="-1" strike="noStrike">
              <a:solidFill>
                <a:srgbClr val="39464a"/>
              </a:solidFill>
              <a:latin typeface="Arial"/>
            </a:endParaRPr>
          </a:p>
        </p:txBody>
      </p:sp>
      <p:sp>
        <p:nvSpPr>
          <p:cNvPr id="65" name="PlaceHolder 4"/>
          <p:cNvSpPr>
            <a:spLocks noGrp="1"/>
          </p:cNvSpPr>
          <p:nvPr>
            <p:ph type="body"/>
          </p:nvPr>
        </p:nvSpPr>
        <p:spPr>
          <a:xfrm>
            <a:off x="6235560" y="3802320"/>
            <a:ext cx="5493960" cy="2080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400" spc="-1" strike="noStrike">
              <a:solidFill>
                <a:srgbClr val="39464a"/>
              </a:solidFill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466560" y="365040"/>
            <a:ext cx="11258280" cy="8251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466560" y="1523880"/>
            <a:ext cx="5493960" cy="2080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400" spc="-1" strike="noStrike">
              <a:solidFill>
                <a:srgbClr val="39464a"/>
              </a:solidFill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body"/>
          </p:nvPr>
        </p:nvSpPr>
        <p:spPr>
          <a:xfrm>
            <a:off x="6235560" y="1523880"/>
            <a:ext cx="5493960" cy="2080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400" spc="-1" strike="noStrike">
              <a:solidFill>
                <a:srgbClr val="39464a"/>
              </a:solidFill>
              <a:latin typeface="Arial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 type="body"/>
          </p:nvPr>
        </p:nvSpPr>
        <p:spPr>
          <a:xfrm>
            <a:off x="466560" y="3802320"/>
            <a:ext cx="11258280" cy="2080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400" spc="-1" strike="noStrike">
              <a:solidFill>
                <a:srgbClr val="39464a"/>
              </a:solidFill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466560" y="365040"/>
            <a:ext cx="11258280" cy="8251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466560" y="1523880"/>
            <a:ext cx="11258280" cy="2080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400" spc="-1" strike="noStrike">
              <a:solidFill>
                <a:srgbClr val="39464a"/>
              </a:solidFill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body"/>
          </p:nvPr>
        </p:nvSpPr>
        <p:spPr>
          <a:xfrm>
            <a:off x="466560" y="3802320"/>
            <a:ext cx="11258280" cy="2080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400" spc="-1" strike="noStrike">
              <a:solidFill>
                <a:srgbClr val="39464a"/>
              </a:solidFill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466560" y="365040"/>
            <a:ext cx="11258280" cy="8251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 type="body"/>
          </p:nvPr>
        </p:nvSpPr>
        <p:spPr>
          <a:xfrm>
            <a:off x="466560" y="1523880"/>
            <a:ext cx="5493960" cy="2080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400" spc="-1" strike="noStrike">
              <a:solidFill>
                <a:srgbClr val="39464a"/>
              </a:solidFill>
              <a:latin typeface="Arial"/>
            </a:endParaRPr>
          </a:p>
        </p:txBody>
      </p:sp>
      <p:sp>
        <p:nvSpPr>
          <p:cNvPr id="75" name="PlaceHolder 3"/>
          <p:cNvSpPr>
            <a:spLocks noGrp="1"/>
          </p:cNvSpPr>
          <p:nvPr>
            <p:ph type="body"/>
          </p:nvPr>
        </p:nvSpPr>
        <p:spPr>
          <a:xfrm>
            <a:off x="6235560" y="1523880"/>
            <a:ext cx="5493960" cy="2080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400" spc="-1" strike="noStrike">
              <a:solidFill>
                <a:srgbClr val="39464a"/>
              </a:solidFill>
              <a:latin typeface="Arial"/>
            </a:endParaRPr>
          </a:p>
        </p:txBody>
      </p:sp>
      <p:sp>
        <p:nvSpPr>
          <p:cNvPr id="76" name="PlaceHolder 4"/>
          <p:cNvSpPr>
            <a:spLocks noGrp="1"/>
          </p:cNvSpPr>
          <p:nvPr>
            <p:ph type="body"/>
          </p:nvPr>
        </p:nvSpPr>
        <p:spPr>
          <a:xfrm>
            <a:off x="466560" y="3802320"/>
            <a:ext cx="5493960" cy="2080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400" spc="-1" strike="noStrike">
              <a:solidFill>
                <a:srgbClr val="39464a"/>
              </a:solidFill>
              <a:latin typeface="Arial"/>
            </a:endParaRPr>
          </a:p>
        </p:txBody>
      </p:sp>
      <p:sp>
        <p:nvSpPr>
          <p:cNvPr id="77" name="PlaceHolder 5"/>
          <p:cNvSpPr>
            <a:spLocks noGrp="1"/>
          </p:cNvSpPr>
          <p:nvPr>
            <p:ph type="body"/>
          </p:nvPr>
        </p:nvSpPr>
        <p:spPr>
          <a:xfrm>
            <a:off x="6235560" y="3802320"/>
            <a:ext cx="5493960" cy="2080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400" spc="-1" strike="noStrike">
              <a:solidFill>
                <a:srgbClr val="39464a"/>
              </a:solidFill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466560" y="365040"/>
            <a:ext cx="11258280" cy="8251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body"/>
          </p:nvPr>
        </p:nvSpPr>
        <p:spPr>
          <a:xfrm>
            <a:off x="466560" y="1523880"/>
            <a:ext cx="3624840" cy="2080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400" spc="-1" strike="noStrike">
              <a:solidFill>
                <a:srgbClr val="39464a"/>
              </a:solidFill>
              <a:latin typeface="Arial"/>
            </a:endParaRPr>
          </a:p>
        </p:txBody>
      </p:sp>
      <p:sp>
        <p:nvSpPr>
          <p:cNvPr id="80" name="PlaceHolder 3"/>
          <p:cNvSpPr>
            <a:spLocks noGrp="1"/>
          </p:cNvSpPr>
          <p:nvPr>
            <p:ph type="body"/>
          </p:nvPr>
        </p:nvSpPr>
        <p:spPr>
          <a:xfrm>
            <a:off x="4273200" y="1523880"/>
            <a:ext cx="3624840" cy="2080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400" spc="-1" strike="noStrike">
              <a:solidFill>
                <a:srgbClr val="39464a"/>
              </a:solidFill>
              <a:latin typeface="Arial"/>
            </a:endParaRPr>
          </a:p>
        </p:txBody>
      </p:sp>
      <p:sp>
        <p:nvSpPr>
          <p:cNvPr id="81" name="PlaceHolder 4"/>
          <p:cNvSpPr>
            <a:spLocks noGrp="1"/>
          </p:cNvSpPr>
          <p:nvPr>
            <p:ph type="body"/>
          </p:nvPr>
        </p:nvSpPr>
        <p:spPr>
          <a:xfrm>
            <a:off x="8079480" y="1523880"/>
            <a:ext cx="3624840" cy="2080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400" spc="-1" strike="noStrike">
              <a:solidFill>
                <a:srgbClr val="39464a"/>
              </a:solidFill>
              <a:latin typeface="Arial"/>
            </a:endParaRPr>
          </a:p>
        </p:txBody>
      </p:sp>
      <p:sp>
        <p:nvSpPr>
          <p:cNvPr id="82" name="PlaceHolder 5"/>
          <p:cNvSpPr>
            <a:spLocks noGrp="1"/>
          </p:cNvSpPr>
          <p:nvPr>
            <p:ph type="body"/>
          </p:nvPr>
        </p:nvSpPr>
        <p:spPr>
          <a:xfrm>
            <a:off x="466560" y="3802320"/>
            <a:ext cx="3624840" cy="2080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400" spc="-1" strike="noStrike">
              <a:solidFill>
                <a:srgbClr val="39464a"/>
              </a:solidFill>
              <a:latin typeface="Arial"/>
            </a:endParaRPr>
          </a:p>
        </p:txBody>
      </p:sp>
      <p:sp>
        <p:nvSpPr>
          <p:cNvPr id="83" name="PlaceHolder 6"/>
          <p:cNvSpPr>
            <a:spLocks noGrp="1"/>
          </p:cNvSpPr>
          <p:nvPr>
            <p:ph type="body"/>
          </p:nvPr>
        </p:nvSpPr>
        <p:spPr>
          <a:xfrm>
            <a:off x="4273200" y="3802320"/>
            <a:ext cx="3624840" cy="2080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400" spc="-1" strike="noStrike">
              <a:solidFill>
                <a:srgbClr val="39464a"/>
              </a:solidFill>
              <a:latin typeface="Arial"/>
            </a:endParaRPr>
          </a:p>
        </p:txBody>
      </p:sp>
      <p:sp>
        <p:nvSpPr>
          <p:cNvPr id="84" name="PlaceHolder 7"/>
          <p:cNvSpPr>
            <a:spLocks noGrp="1"/>
          </p:cNvSpPr>
          <p:nvPr>
            <p:ph type="body"/>
          </p:nvPr>
        </p:nvSpPr>
        <p:spPr>
          <a:xfrm>
            <a:off x="8079480" y="3802320"/>
            <a:ext cx="3624840" cy="2080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400" spc="-1" strike="noStrike">
              <a:solidFill>
                <a:srgbClr val="39464a"/>
              </a:solidFill>
              <a:latin typeface="Arial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466560" y="365040"/>
            <a:ext cx="11258280" cy="8251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subTitle"/>
          </p:nvPr>
        </p:nvSpPr>
        <p:spPr>
          <a:xfrm>
            <a:off x="466560" y="1523880"/>
            <a:ext cx="11258280" cy="43621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466560" y="365040"/>
            <a:ext cx="11258280" cy="8251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 type="body"/>
          </p:nvPr>
        </p:nvSpPr>
        <p:spPr>
          <a:xfrm>
            <a:off x="466560" y="1523880"/>
            <a:ext cx="11258280" cy="4362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400" spc="-1" strike="noStrike">
              <a:solidFill>
                <a:srgbClr val="39464a"/>
              </a:solidFill>
              <a:latin typeface="Arial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466560" y="365040"/>
            <a:ext cx="11258280" cy="8251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 type="body"/>
          </p:nvPr>
        </p:nvSpPr>
        <p:spPr>
          <a:xfrm>
            <a:off x="466560" y="1523880"/>
            <a:ext cx="5493960" cy="4362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400" spc="-1" strike="noStrike">
              <a:solidFill>
                <a:srgbClr val="39464a"/>
              </a:solidFill>
              <a:latin typeface="Arial"/>
            </a:endParaRPr>
          </a:p>
        </p:txBody>
      </p:sp>
      <p:sp>
        <p:nvSpPr>
          <p:cNvPr id="97" name="PlaceHolder 3"/>
          <p:cNvSpPr>
            <a:spLocks noGrp="1"/>
          </p:cNvSpPr>
          <p:nvPr>
            <p:ph type="body"/>
          </p:nvPr>
        </p:nvSpPr>
        <p:spPr>
          <a:xfrm>
            <a:off x="6235560" y="1523880"/>
            <a:ext cx="5493960" cy="4362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400" spc="-1" strike="noStrike">
              <a:solidFill>
                <a:srgbClr val="39464a"/>
              </a:solidFill>
              <a:latin typeface="Arial"/>
            </a:endParaRP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66560" y="365040"/>
            <a:ext cx="11258280" cy="8251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subTitle"/>
          </p:nvPr>
        </p:nvSpPr>
        <p:spPr>
          <a:xfrm>
            <a:off x="466560" y="365040"/>
            <a:ext cx="11258280" cy="38260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66560" y="365040"/>
            <a:ext cx="11258280" cy="8251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 type="body"/>
          </p:nvPr>
        </p:nvSpPr>
        <p:spPr>
          <a:xfrm>
            <a:off x="466560" y="1523880"/>
            <a:ext cx="5493960" cy="2080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400" spc="-1" strike="noStrike">
              <a:solidFill>
                <a:srgbClr val="39464a"/>
              </a:solidFill>
              <a:latin typeface="Arial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 type="body"/>
          </p:nvPr>
        </p:nvSpPr>
        <p:spPr>
          <a:xfrm>
            <a:off x="6235560" y="1523880"/>
            <a:ext cx="5493960" cy="4362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400" spc="-1" strike="noStrike">
              <a:solidFill>
                <a:srgbClr val="39464a"/>
              </a:solidFill>
              <a:latin typeface="Arial"/>
            </a:endParaRPr>
          </a:p>
        </p:txBody>
      </p:sp>
      <p:sp>
        <p:nvSpPr>
          <p:cNvPr id="103" name="PlaceHolder 4"/>
          <p:cNvSpPr>
            <a:spLocks noGrp="1"/>
          </p:cNvSpPr>
          <p:nvPr>
            <p:ph type="body"/>
          </p:nvPr>
        </p:nvSpPr>
        <p:spPr>
          <a:xfrm>
            <a:off x="466560" y="3802320"/>
            <a:ext cx="5493960" cy="2080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400" spc="-1" strike="noStrike">
              <a:solidFill>
                <a:srgbClr val="39464a"/>
              </a:solidFill>
              <a:latin typeface="Arial"/>
            </a:endParaRP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66560" y="365040"/>
            <a:ext cx="11258280" cy="8251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 type="body"/>
          </p:nvPr>
        </p:nvSpPr>
        <p:spPr>
          <a:xfrm>
            <a:off x="466560" y="1523880"/>
            <a:ext cx="5493960" cy="4362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400" spc="-1" strike="noStrike">
              <a:solidFill>
                <a:srgbClr val="39464a"/>
              </a:solidFill>
              <a:latin typeface="Arial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 type="body"/>
          </p:nvPr>
        </p:nvSpPr>
        <p:spPr>
          <a:xfrm>
            <a:off x="6235560" y="1523880"/>
            <a:ext cx="5493960" cy="2080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400" spc="-1" strike="noStrike">
              <a:solidFill>
                <a:srgbClr val="39464a"/>
              </a:solidFill>
              <a:latin typeface="Arial"/>
            </a:endParaRPr>
          </a:p>
        </p:txBody>
      </p:sp>
      <p:sp>
        <p:nvSpPr>
          <p:cNvPr id="107" name="PlaceHolder 4"/>
          <p:cNvSpPr>
            <a:spLocks noGrp="1"/>
          </p:cNvSpPr>
          <p:nvPr>
            <p:ph type="body"/>
          </p:nvPr>
        </p:nvSpPr>
        <p:spPr>
          <a:xfrm>
            <a:off x="6235560" y="3802320"/>
            <a:ext cx="5493960" cy="2080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400" spc="-1" strike="noStrike">
              <a:solidFill>
                <a:srgbClr val="39464a"/>
              </a:solidFill>
              <a:latin typeface="Arial"/>
            </a:endParaRP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66560" y="365040"/>
            <a:ext cx="11258280" cy="8251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 type="body"/>
          </p:nvPr>
        </p:nvSpPr>
        <p:spPr>
          <a:xfrm>
            <a:off x="466560" y="1523880"/>
            <a:ext cx="5493960" cy="2080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400" spc="-1" strike="noStrike">
              <a:solidFill>
                <a:srgbClr val="39464a"/>
              </a:solidFill>
              <a:latin typeface="Arial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 type="body"/>
          </p:nvPr>
        </p:nvSpPr>
        <p:spPr>
          <a:xfrm>
            <a:off x="6235560" y="1523880"/>
            <a:ext cx="5493960" cy="2080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400" spc="-1" strike="noStrike">
              <a:solidFill>
                <a:srgbClr val="39464a"/>
              </a:solidFill>
              <a:latin typeface="Arial"/>
            </a:endParaRPr>
          </a:p>
        </p:txBody>
      </p:sp>
      <p:sp>
        <p:nvSpPr>
          <p:cNvPr id="111" name="PlaceHolder 4"/>
          <p:cNvSpPr>
            <a:spLocks noGrp="1"/>
          </p:cNvSpPr>
          <p:nvPr>
            <p:ph type="body"/>
          </p:nvPr>
        </p:nvSpPr>
        <p:spPr>
          <a:xfrm>
            <a:off x="466560" y="3802320"/>
            <a:ext cx="11258280" cy="2080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400" spc="-1" strike="noStrike">
              <a:solidFill>
                <a:srgbClr val="39464a"/>
              </a:solidFill>
              <a:latin typeface="Arial"/>
            </a:endParaRP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466560" y="365040"/>
            <a:ext cx="11258280" cy="8251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PlaceHolder 2"/>
          <p:cNvSpPr>
            <a:spLocks noGrp="1"/>
          </p:cNvSpPr>
          <p:nvPr>
            <p:ph type="body"/>
          </p:nvPr>
        </p:nvSpPr>
        <p:spPr>
          <a:xfrm>
            <a:off x="466560" y="1523880"/>
            <a:ext cx="11258280" cy="2080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400" spc="-1" strike="noStrike">
              <a:solidFill>
                <a:srgbClr val="39464a"/>
              </a:solidFill>
              <a:latin typeface="Arial"/>
            </a:endParaRPr>
          </a:p>
        </p:txBody>
      </p:sp>
      <p:sp>
        <p:nvSpPr>
          <p:cNvPr id="114" name="PlaceHolder 3"/>
          <p:cNvSpPr>
            <a:spLocks noGrp="1"/>
          </p:cNvSpPr>
          <p:nvPr>
            <p:ph type="body"/>
          </p:nvPr>
        </p:nvSpPr>
        <p:spPr>
          <a:xfrm>
            <a:off x="466560" y="3802320"/>
            <a:ext cx="11258280" cy="2080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400" spc="-1" strike="noStrike">
              <a:solidFill>
                <a:srgbClr val="39464a"/>
              </a:solidFill>
              <a:latin typeface="Arial"/>
            </a:endParaRP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466560" y="365040"/>
            <a:ext cx="11258280" cy="8251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PlaceHolder 2"/>
          <p:cNvSpPr>
            <a:spLocks noGrp="1"/>
          </p:cNvSpPr>
          <p:nvPr>
            <p:ph type="body"/>
          </p:nvPr>
        </p:nvSpPr>
        <p:spPr>
          <a:xfrm>
            <a:off x="466560" y="1523880"/>
            <a:ext cx="5493960" cy="2080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400" spc="-1" strike="noStrike">
              <a:solidFill>
                <a:srgbClr val="39464a"/>
              </a:solidFill>
              <a:latin typeface="Arial"/>
            </a:endParaRPr>
          </a:p>
        </p:txBody>
      </p:sp>
      <p:sp>
        <p:nvSpPr>
          <p:cNvPr id="117" name="PlaceHolder 3"/>
          <p:cNvSpPr>
            <a:spLocks noGrp="1"/>
          </p:cNvSpPr>
          <p:nvPr>
            <p:ph type="body"/>
          </p:nvPr>
        </p:nvSpPr>
        <p:spPr>
          <a:xfrm>
            <a:off x="6235560" y="1523880"/>
            <a:ext cx="5493960" cy="2080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400" spc="-1" strike="noStrike">
              <a:solidFill>
                <a:srgbClr val="39464a"/>
              </a:solidFill>
              <a:latin typeface="Arial"/>
            </a:endParaRPr>
          </a:p>
        </p:txBody>
      </p:sp>
      <p:sp>
        <p:nvSpPr>
          <p:cNvPr id="118" name="PlaceHolder 4"/>
          <p:cNvSpPr>
            <a:spLocks noGrp="1"/>
          </p:cNvSpPr>
          <p:nvPr>
            <p:ph type="body"/>
          </p:nvPr>
        </p:nvSpPr>
        <p:spPr>
          <a:xfrm>
            <a:off x="466560" y="3802320"/>
            <a:ext cx="5493960" cy="2080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400" spc="-1" strike="noStrike">
              <a:solidFill>
                <a:srgbClr val="39464a"/>
              </a:solidFill>
              <a:latin typeface="Arial"/>
            </a:endParaRPr>
          </a:p>
        </p:txBody>
      </p:sp>
      <p:sp>
        <p:nvSpPr>
          <p:cNvPr id="119" name="PlaceHolder 5"/>
          <p:cNvSpPr>
            <a:spLocks noGrp="1"/>
          </p:cNvSpPr>
          <p:nvPr>
            <p:ph type="body"/>
          </p:nvPr>
        </p:nvSpPr>
        <p:spPr>
          <a:xfrm>
            <a:off x="6235560" y="3802320"/>
            <a:ext cx="5493960" cy="2080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400" spc="-1" strike="noStrike">
              <a:solidFill>
                <a:srgbClr val="39464a"/>
              </a:solidFill>
              <a:latin typeface="Arial"/>
            </a:endParaRP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466560" y="365040"/>
            <a:ext cx="11258280" cy="8251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 type="body"/>
          </p:nvPr>
        </p:nvSpPr>
        <p:spPr>
          <a:xfrm>
            <a:off x="466560" y="1523880"/>
            <a:ext cx="3624840" cy="2080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400" spc="-1" strike="noStrike">
              <a:solidFill>
                <a:srgbClr val="39464a"/>
              </a:solidFill>
              <a:latin typeface="Arial"/>
            </a:endParaRPr>
          </a:p>
        </p:txBody>
      </p:sp>
      <p:sp>
        <p:nvSpPr>
          <p:cNvPr id="122" name="PlaceHolder 3"/>
          <p:cNvSpPr>
            <a:spLocks noGrp="1"/>
          </p:cNvSpPr>
          <p:nvPr>
            <p:ph type="body"/>
          </p:nvPr>
        </p:nvSpPr>
        <p:spPr>
          <a:xfrm>
            <a:off x="4273200" y="1523880"/>
            <a:ext cx="3624840" cy="2080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400" spc="-1" strike="noStrike">
              <a:solidFill>
                <a:srgbClr val="39464a"/>
              </a:solidFill>
              <a:latin typeface="Arial"/>
            </a:endParaRPr>
          </a:p>
        </p:txBody>
      </p:sp>
      <p:sp>
        <p:nvSpPr>
          <p:cNvPr id="123" name="PlaceHolder 4"/>
          <p:cNvSpPr>
            <a:spLocks noGrp="1"/>
          </p:cNvSpPr>
          <p:nvPr>
            <p:ph type="body"/>
          </p:nvPr>
        </p:nvSpPr>
        <p:spPr>
          <a:xfrm>
            <a:off x="8079480" y="1523880"/>
            <a:ext cx="3624840" cy="2080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400" spc="-1" strike="noStrike">
              <a:solidFill>
                <a:srgbClr val="39464a"/>
              </a:solidFill>
              <a:latin typeface="Arial"/>
            </a:endParaRPr>
          </a:p>
        </p:txBody>
      </p:sp>
      <p:sp>
        <p:nvSpPr>
          <p:cNvPr id="124" name="PlaceHolder 5"/>
          <p:cNvSpPr>
            <a:spLocks noGrp="1"/>
          </p:cNvSpPr>
          <p:nvPr>
            <p:ph type="body"/>
          </p:nvPr>
        </p:nvSpPr>
        <p:spPr>
          <a:xfrm>
            <a:off x="466560" y="3802320"/>
            <a:ext cx="3624840" cy="2080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400" spc="-1" strike="noStrike">
              <a:solidFill>
                <a:srgbClr val="39464a"/>
              </a:solidFill>
              <a:latin typeface="Arial"/>
            </a:endParaRPr>
          </a:p>
        </p:txBody>
      </p:sp>
      <p:sp>
        <p:nvSpPr>
          <p:cNvPr id="125" name="PlaceHolder 6"/>
          <p:cNvSpPr>
            <a:spLocks noGrp="1"/>
          </p:cNvSpPr>
          <p:nvPr>
            <p:ph type="body"/>
          </p:nvPr>
        </p:nvSpPr>
        <p:spPr>
          <a:xfrm>
            <a:off x="4273200" y="3802320"/>
            <a:ext cx="3624840" cy="2080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400" spc="-1" strike="noStrike">
              <a:solidFill>
                <a:srgbClr val="39464a"/>
              </a:solidFill>
              <a:latin typeface="Arial"/>
            </a:endParaRPr>
          </a:p>
        </p:txBody>
      </p:sp>
      <p:sp>
        <p:nvSpPr>
          <p:cNvPr id="126" name="PlaceHolder 7"/>
          <p:cNvSpPr>
            <a:spLocks noGrp="1"/>
          </p:cNvSpPr>
          <p:nvPr>
            <p:ph type="body"/>
          </p:nvPr>
        </p:nvSpPr>
        <p:spPr>
          <a:xfrm>
            <a:off x="8079480" y="3802320"/>
            <a:ext cx="3624840" cy="2080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400" spc="-1" strike="noStrike">
              <a:solidFill>
                <a:srgbClr val="39464a"/>
              </a:solidFill>
              <a:latin typeface="Arial"/>
            </a:endParaRPr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466560" y="365040"/>
            <a:ext cx="11258280" cy="8251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PlaceHolder 2"/>
          <p:cNvSpPr>
            <a:spLocks noGrp="1"/>
          </p:cNvSpPr>
          <p:nvPr>
            <p:ph type="subTitle"/>
          </p:nvPr>
        </p:nvSpPr>
        <p:spPr>
          <a:xfrm>
            <a:off x="466560" y="1523880"/>
            <a:ext cx="11258280" cy="43621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 type="title"/>
          </p:nvPr>
        </p:nvSpPr>
        <p:spPr>
          <a:xfrm>
            <a:off x="466560" y="365040"/>
            <a:ext cx="11258280" cy="8251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PlaceHolder 2"/>
          <p:cNvSpPr>
            <a:spLocks noGrp="1"/>
          </p:cNvSpPr>
          <p:nvPr>
            <p:ph type="body"/>
          </p:nvPr>
        </p:nvSpPr>
        <p:spPr>
          <a:xfrm>
            <a:off x="466560" y="1523880"/>
            <a:ext cx="11258280" cy="4362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400" spc="-1" strike="noStrike">
              <a:solidFill>
                <a:srgbClr val="39464a"/>
              </a:solidFill>
              <a:latin typeface="Arial"/>
            </a:endParaRPr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title"/>
          </p:nvPr>
        </p:nvSpPr>
        <p:spPr>
          <a:xfrm>
            <a:off x="466560" y="365040"/>
            <a:ext cx="11258280" cy="8251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PlaceHolder 2"/>
          <p:cNvSpPr>
            <a:spLocks noGrp="1"/>
          </p:cNvSpPr>
          <p:nvPr>
            <p:ph type="body"/>
          </p:nvPr>
        </p:nvSpPr>
        <p:spPr>
          <a:xfrm>
            <a:off x="466560" y="1523880"/>
            <a:ext cx="5493960" cy="4362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400" spc="-1" strike="noStrike">
              <a:solidFill>
                <a:srgbClr val="39464a"/>
              </a:solidFill>
              <a:latin typeface="Arial"/>
            </a:endParaRPr>
          </a:p>
        </p:txBody>
      </p:sp>
      <p:sp>
        <p:nvSpPr>
          <p:cNvPr id="138" name="PlaceHolder 3"/>
          <p:cNvSpPr>
            <a:spLocks noGrp="1"/>
          </p:cNvSpPr>
          <p:nvPr>
            <p:ph type="body"/>
          </p:nvPr>
        </p:nvSpPr>
        <p:spPr>
          <a:xfrm>
            <a:off x="6235560" y="1523880"/>
            <a:ext cx="5493960" cy="4362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400" spc="-1" strike="noStrike">
              <a:solidFill>
                <a:srgbClr val="39464a"/>
              </a:solidFill>
              <a:latin typeface="Arial"/>
            </a:endParaRPr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title"/>
          </p:nvPr>
        </p:nvSpPr>
        <p:spPr>
          <a:xfrm>
            <a:off x="466560" y="365040"/>
            <a:ext cx="11258280" cy="8251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subTitle"/>
          </p:nvPr>
        </p:nvSpPr>
        <p:spPr>
          <a:xfrm>
            <a:off x="466560" y="365040"/>
            <a:ext cx="11258280" cy="38260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466560" y="365040"/>
            <a:ext cx="11258280" cy="8251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PlaceHolder 2"/>
          <p:cNvSpPr>
            <a:spLocks noGrp="1"/>
          </p:cNvSpPr>
          <p:nvPr>
            <p:ph type="body"/>
          </p:nvPr>
        </p:nvSpPr>
        <p:spPr>
          <a:xfrm>
            <a:off x="466560" y="1523880"/>
            <a:ext cx="5493960" cy="2080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400" spc="-1" strike="noStrike">
              <a:solidFill>
                <a:srgbClr val="39464a"/>
              </a:solidFill>
              <a:latin typeface="Arial"/>
            </a:endParaRPr>
          </a:p>
        </p:txBody>
      </p:sp>
      <p:sp>
        <p:nvSpPr>
          <p:cNvPr id="143" name="PlaceHolder 3"/>
          <p:cNvSpPr>
            <a:spLocks noGrp="1"/>
          </p:cNvSpPr>
          <p:nvPr>
            <p:ph type="body"/>
          </p:nvPr>
        </p:nvSpPr>
        <p:spPr>
          <a:xfrm>
            <a:off x="6235560" y="1523880"/>
            <a:ext cx="5493960" cy="4362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400" spc="-1" strike="noStrike">
              <a:solidFill>
                <a:srgbClr val="39464a"/>
              </a:solidFill>
              <a:latin typeface="Arial"/>
            </a:endParaRPr>
          </a:p>
        </p:txBody>
      </p:sp>
      <p:sp>
        <p:nvSpPr>
          <p:cNvPr id="144" name="PlaceHolder 4"/>
          <p:cNvSpPr>
            <a:spLocks noGrp="1"/>
          </p:cNvSpPr>
          <p:nvPr>
            <p:ph type="body"/>
          </p:nvPr>
        </p:nvSpPr>
        <p:spPr>
          <a:xfrm>
            <a:off x="466560" y="3802320"/>
            <a:ext cx="5493960" cy="2080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400" spc="-1" strike="noStrike">
              <a:solidFill>
                <a:srgbClr val="39464a"/>
              </a:solidFill>
              <a:latin typeface="Arial"/>
            </a:endParaRPr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466560" y="365040"/>
            <a:ext cx="11258280" cy="8251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PlaceHolder 2"/>
          <p:cNvSpPr>
            <a:spLocks noGrp="1"/>
          </p:cNvSpPr>
          <p:nvPr>
            <p:ph type="body"/>
          </p:nvPr>
        </p:nvSpPr>
        <p:spPr>
          <a:xfrm>
            <a:off x="466560" y="1523880"/>
            <a:ext cx="5493960" cy="4362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400" spc="-1" strike="noStrike">
              <a:solidFill>
                <a:srgbClr val="39464a"/>
              </a:solidFill>
              <a:latin typeface="Arial"/>
            </a:endParaRPr>
          </a:p>
        </p:txBody>
      </p:sp>
      <p:sp>
        <p:nvSpPr>
          <p:cNvPr id="147" name="PlaceHolder 3"/>
          <p:cNvSpPr>
            <a:spLocks noGrp="1"/>
          </p:cNvSpPr>
          <p:nvPr>
            <p:ph type="body"/>
          </p:nvPr>
        </p:nvSpPr>
        <p:spPr>
          <a:xfrm>
            <a:off x="6235560" y="1523880"/>
            <a:ext cx="5493960" cy="2080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400" spc="-1" strike="noStrike">
              <a:solidFill>
                <a:srgbClr val="39464a"/>
              </a:solidFill>
              <a:latin typeface="Arial"/>
            </a:endParaRPr>
          </a:p>
        </p:txBody>
      </p:sp>
      <p:sp>
        <p:nvSpPr>
          <p:cNvPr id="148" name="PlaceHolder 4"/>
          <p:cNvSpPr>
            <a:spLocks noGrp="1"/>
          </p:cNvSpPr>
          <p:nvPr>
            <p:ph type="body"/>
          </p:nvPr>
        </p:nvSpPr>
        <p:spPr>
          <a:xfrm>
            <a:off x="6235560" y="3802320"/>
            <a:ext cx="5493960" cy="2080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400" spc="-1" strike="noStrike">
              <a:solidFill>
                <a:srgbClr val="39464a"/>
              </a:solidFill>
              <a:latin typeface="Arial"/>
            </a:endParaRPr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title"/>
          </p:nvPr>
        </p:nvSpPr>
        <p:spPr>
          <a:xfrm>
            <a:off x="466560" y="365040"/>
            <a:ext cx="11258280" cy="8251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PlaceHolder 2"/>
          <p:cNvSpPr>
            <a:spLocks noGrp="1"/>
          </p:cNvSpPr>
          <p:nvPr>
            <p:ph type="body"/>
          </p:nvPr>
        </p:nvSpPr>
        <p:spPr>
          <a:xfrm>
            <a:off x="466560" y="1523880"/>
            <a:ext cx="5493960" cy="2080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400" spc="-1" strike="noStrike">
              <a:solidFill>
                <a:srgbClr val="39464a"/>
              </a:solidFill>
              <a:latin typeface="Arial"/>
            </a:endParaRPr>
          </a:p>
        </p:txBody>
      </p:sp>
      <p:sp>
        <p:nvSpPr>
          <p:cNvPr id="151" name="PlaceHolder 3"/>
          <p:cNvSpPr>
            <a:spLocks noGrp="1"/>
          </p:cNvSpPr>
          <p:nvPr>
            <p:ph type="body"/>
          </p:nvPr>
        </p:nvSpPr>
        <p:spPr>
          <a:xfrm>
            <a:off x="6235560" y="1523880"/>
            <a:ext cx="5493960" cy="2080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400" spc="-1" strike="noStrike">
              <a:solidFill>
                <a:srgbClr val="39464a"/>
              </a:solidFill>
              <a:latin typeface="Arial"/>
            </a:endParaRPr>
          </a:p>
        </p:txBody>
      </p:sp>
      <p:sp>
        <p:nvSpPr>
          <p:cNvPr id="152" name="PlaceHolder 4"/>
          <p:cNvSpPr>
            <a:spLocks noGrp="1"/>
          </p:cNvSpPr>
          <p:nvPr>
            <p:ph type="body"/>
          </p:nvPr>
        </p:nvSpPr>
        <p:spPr>
          <a:xfrm>
            <a:off x="466560" y="3802320"/>
            <a:ext cx="11258280" cy="2080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400" spc="-1" strike="noStrike">
              <a:solidFill>
                <a:srgbClr val="39464a"/>
              </a:solidFill>
              <a:latin typeface="Arial"/>
            </a:endParaRPr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PlaceHolder 1"/>
          <p:cNvSpPr>
            <a:spLocks noGrp="1"/>
          </p:cNvSpPr>
          <p:nvPr>
            <p:ph type="title"/>
          </p:nvPr>
        </p:nvSpPr>
        <p:spPr>
          <a:xfrm>
            <a:off x="466560" y="365040"/>
            <a:ext cx="11258280" cy="8251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PlaceHolder 2"/>
          <p:cNvSpPr>
            <a:spLocks noGrp="1"/>
          </p:cNvSpPr>
          <p:nvPr>
            <p:ph type="body"/>
          </p:nvPr>
        </p:nvSpPr>
        <p:spPr>
          <a:xfrm>
            <a:off x="466560" y="1523880"/>
            <a:ext cx="11258280" cy="2080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400" spc="-1" strike="noStrike">
              <a:solidFill>
                <a:srgbClr val="39464a"/>
              </a:solidFill>
              <a:latin typeface="Arial"/>
            </a:endParaRPr>
          </a:p>
        </p:txBody>
      </p:sp>
      <p:sp>
        <p:nvSpPr>
          <p:cNvPr id="155" name="PlaceHolder 3"/>
          <p:cNvSpPr>
            <a:spLocks noGrp="1"/>
          </p:cNvSpPr>
          <p:nvPr>
            <p:ph type="body"/>
          </p:nvPr>
        </p:nvSpPr>
        <p:spPr>
          <a:xfrm>
            <a:off x="466560" y="3802320"/>
            <a:ext cx="11258280" cy="2080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400" spc="-1" strike="noStrike">
              <a:solidFill>
                <a:srgbClr val="39464a"/>
              </a:solidFill>
              <a:latin typeface="Arial"/>
            </a:endParaRPr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laceHolder 1"/>
          <p:cNvSpPr>
            <a:spLocks noGrp="1"/>
          </p:cNvSpPr>
          <p:nvPr>
            <p:ph type="title"/>
          </p:nvPr>
        </p:nvSpPr>
        <p:spPr>
          <a:xfrm>
            <a:off x="466560" y="365040"/>
            <a:ext cx="11258280" cy="8251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PlaceHolder 2"/>
          <p:cNvSpPr>
            <a:spLocks noGrp="1"/>
          </p:cNvSpPr>
          <p:nvPr>
            <p:ph type="body"/>
          </p:nvPr>
        </p:nvSpPr>
        <p:spPr>
          <a:xfrm>
            <a:off x="466560" y="1523880"/>
            <a:ext cx="5493960" cy="2080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400" spc="-1" strike="noStrike">
              <a:solidFill>
                <a:srgbClr val="39464a"/>
              </a:solidFill>
              <a:latin typeface="Arial"/>
            </a:endParaRPr>
          </a:p>
        </p:txBody>
      </p:sp>
      <p:sp>
        <p:nvSpPr>
          <p:cNvPr id="158" name="PlaceHolder 3"/>
          <p:cNvSpPr>
            <a:spLocks noGrp="1"/>
          </p:cNvSpPr>
          <p:nvPr>
            <p:ph type="body"/>
          </p:nvPr>
        </p:nvSpPr>
        <p:spPr>
          <a:xfrm>
            <a:off x="6235560" y="1523880"/>
            <a:ext cx="5493960" cy="2080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400" spc="-1" strike="noStrike">
              <a:solidFill>
                <a:srgbClr val="39464a"/>
              </a:solidFill>
              <a:latin typeface="Arial"/>
            </a:endParaRPr>
          </a:p>
        </p:txBody>
      </p:sp>
      <p:sp>
        <p:nvSpPr>
          <p:cNvPr id="159" name="PlaceHolder 4"/>
          <p:cNvSpPr>
            <a:spLocks noGrp="1"/>
          </p:cNvSpPr>
          <p:nvPr>
            <p:ph type="body"/>
          </p:nvPr>
        </p:nvSpPr>
        <p:spPr>
          <a:xfrm>
            <a:off x="466560" y="3802320"/>
            <a:ext cx="5493960" cy="2080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400" spc="-1" strike="noStrike">
              <a:solidFill>
                <a:srgbClr val="39464a"/>
              </a:solidFill>
              <a:latin typeface="Arial"/>
            </a:endParaRPr>
          </a:p>
        </p:txBody>
      </p:sp>
      <p:sp>
        <p:nvSpPr>
          <p:cNvPr id="160" name="PlaceHolder 5"/>
          <p:cNvSpPr>
            <a:spLocks noGrp="1"/>
          </p:cNvSpPr>
          <p:nvPr>
            <p:ph type="body"/>
          </p:nvPr>
        </p:nvSpPr>
        <p:spPr>
          <a:xfrm>
            <a:off x="6235560" y="3802320"/>
            <a:ext cx="5493960" cy="2080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400" spc="-1" strike="noStrike">
              <a:solidFill>
                <a:srgbClr val="39464a"/>
              </a:solidFill>
              <a:latin typeface="Arial"/>
            </a:endParaRPr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 type="title"/>
          </p:nvPr>
        </p:nvSpPr>
        <p:spPr>
          <a:xfrm>
            <a:off x="466560" y="365040"/>
            <a:ext cx="11258280" cy="8251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PlaceHolder 2"/>
          <p:cNvSpPr>
            <a:spLocks noGrp="1"/>
          </p:cNvSpPr>
          <p:nvPr>
            <p:ph type="body"/>
          </p:nvPr>
        </p:nvSpPr>
        <p:spPr>
          <a:xfrm>
            <a:off x="466560" y="1523880"/>
            <a:ext cx="3624840" cy="2080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400" spc="-1" strike="noStrike">
              <a:solidFill>
                <a:srgbClr val="39464a"/>
              </a:solidFill>
              <a:latin typeface="Arial"/>
            </a:endParaRPr>
          </a:p>
        </p:txBody>
      </p:sp>
      <p:sp>
        <p:nvSpPr>
          <p:cNvPr id="163" name="PlaceHolder 3"/>
          <p:cNvSpPr>
            <a:spLocks noGrp="1"/>
          </p:cNvSpPr>
          <p:nvPr>
            <p:ph type="body"/>
          </p:nvPr>
        </p:nvSpPr>
        <p:spPr>
          <a:xfrm>
            <a:off x="4273200" y="1523880"/>
            <a:ext cx="3624840" cy="2080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400" spc="-1" strike="noStrike">
              <a:solidFill>
                <a:srgbClr val="39464a"/>
              </a:solidFill>
              <a:latin typeface="Arial"/>
            </a:endParaRPr>
          </a:p>
        </p:txBody>
      </p:sp>
      <p:sp>
        <p:nvSpPr>
          <p:cNvPr id="164" name="PlaceHolder 4"/>
          <p:cNvSpPr>
            <a:spLocks noGrp="1"/>
          </p:cNvSpPr>
          <p:nvPr>
            <p:ph type="body"/>
          </p:nvPr>
        </p:nvSpPr>
        <p:spPr>
          <a:xfrm>
            <a:off x="8079480" y="1523880"/>
            <a:ext cx="3624840" cy="2080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400" spc="-1" strike="noStrike">
              <a:solidFill>
                <a:srgbClr val="39464a"/>
              </a:solidFill>
              <a:latin typeface="Arial"/>
            </a:endParaRPr>
          </a:p>
        </p:txBody>
      </p:sp>
      <p:sp>
        <p:nvSpPr>
          <p:cNvPr id="165" name="PlaceHolder 5"/>
          <p:cNvSpPr>
            <a:spLocks noGrp="1"/>
          </p:cNvSpPr>
          <p:nvPr>
            <p:ph type="body"/>
          </p:nvPr>
        </p:nvSpPr>
        <p:spPr>
          <a:xfrm>
            <a:off x="466560" y="3802320"/>
            <a:ext cx="3624840" cy="2080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400" spc="-1" strike="noStrike">
              <a:solidFill>
                <a:srgbClr val="39464a"/>
              </a:solidFill>
              <a:latin typeface="Arial"/>
            </a:endParaRPr>
          </a:p>
        </p:txBody>
      </p:sp>
      <p:sp>
        <p:nvSpPr>
          <p:cNvPr id="166" name="PlaceHolder 6"/>
          <p:cNvSpPr>
            <a:spLocks noGrp="1"/>
          </p:cNvSpPr>
          <p:nvPr>
            <p:ph type="body"/>
          </p:nvPr>
        </p:nvSpPr>
        <p:spPr>
          <a:xfrm>
            <a:off x="4273200" y="3802320"/>
            <a:ext cx="3624840" cy="2080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400" spc="-1" strike="noStrike">
              <a:solidFill>
                <a:srgbClr val="39464a"/>
              </a:solidFill>
              <a:latin typeface="Arial"/>
            </a:endParaRPr>
          </a:p>
        </p:txBody>
      </p:sp>
      <p:sp>
        <p:nvSpPr>
          <p:cNvPr id="167" name="PlaceHolder 7"/>
          <p:cNvSpPr>
            <a:spLocks noGrp="1"/>
          </p:cNvSpPr>
          <p:nvPr>
            <p:ph type="body"/>
          </p:nvPr>
        </p:nvSpPr>
        <p:spPr>
          <a:xfrm>
            <a:off x="8079480" y="3802320"/>
            <a:ext cx="3624840" cy="2080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400" spc="-1" strike="noStrike">
              <a:solidFill>
                <a:srgbClr val="39464a"/>
              </a:solidFill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image" Target="../media/image2.wmf"/><Relationship Id="rId4" Type="http://schemas.openxmlformats.org/officeDocument/2006/relationships/image" Target="../media/image3.jpeg"/><Relationship Id="rId5" Type="http://schemas.openxmlformats.org/officeDocument/2006/relationships/image" Target="../media/image4.wmf"/><Relationship Id="rId6" Type="http://schemas.openxmlformats.org/officeDocument/2006/relationships/image" Target="../media/image5.tif"/><Relationship Id="rId7" Type="http://schemas.openxmlformats.org/officeDocument/2006/relationships/slideLayout" Target="../slideLayouts/slideLayout1.xml"/><Relationship Id="rId8" Type="http://schemas.openxmlformats.org/officeDocument/2006/relationships/slideLayout" Target="../slideLayouts/slideLayout2.xml"/><Relationship Id="rId9" Type="http://schemas.openxmlformats.org/officeDocument/2006/relationships/slideLayout" Target="../slideLayouts/slideLayout3.xml"/><Relationship Id="rId10" Type="http://schemas.openxmlformats.org/officeDocument/2006/relationships/slideLayout" Target="../slideLayouts/slideLayout4.xml"/><Relationship Id="rId11" Type="http://schemas.openxmlformats.org/officeDocument/2006/relationships/slideLayout" Target="../slideLayouts/slideLayout5.xml"/><Relationship Id="rId12" Type="http://schemas.openxmlformats.org/officeDocument/2006/relationships/slideLayout" Target="../slideLayouts/slideLayout6.xml"/><Relationship Id="rId13" Type="http://schemas.openxmlformats.org/officeDocument/2006/relationships/slideLayout" Target="../slideLayouts/slideLayout7.xml"/><Relationship Id="rId14" Type="http://schemas.openxmlformats.org/officeDocument/2006/relationships/slideLayout" Target="../slideLayouts/slideLayout8.xml"/><Relationship Id="rId15" Type="http://schemas.openxmlformats.org/officeDocument/2006/relationships/slideLayout" Target="../slideLayouts/slideLayout9.xml"/><Relationship Id="rId16" Type="http://schemas.openxmlformats.org/officeDocument/2006/relationships/slideLayout" Target="../slideLayouts/slideLayout10.xml"/><Relationship Id="rId17" Type="http://schemas.openxmlformats.org/officeDocument/2006/relationships/slideLayout" Target="../slideLayouts/slideLayout11.xml"/><Relationship Id="rId18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6.wmf"/><Relationship Id="rId3" Type="http://schemas.openxmlformats.org/officeDocument/2006/relationships/image" Target="../media/image7.wmf"/><Relationship Id="rId4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6.xml"/><Relationship Id="rId8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8.wmf"/><Relationship Id="rId3" Type="http://schemas.openxmlformats.org/officeDocument/2006/relationships/image" Target="../media/image9.wmf"/><Relationship Id="rId4" Type="http://schemas.openxmlformats.org/officeDocument/2006/relationships/slideLayout" Target="../slideLayouts/slideLayout25.xml"/><Relationship Id="rId5" Type="http://schemas.openxmlformats.org/officeDocument/2006/relationships/slideLayout" Target="../slideLayouts/slideLayout26.xml"/><Relationship Id="rId6" Type="http://schemas.openxmlformats.org/officeDocument/2006/relationships/slideLayout" Target="../slideLayouts/slideLayout27.xml"/><Relationship Id="rId7" Type="http://schemas.openxmlformats.org/officeDocument/2006/relationships/slideLayout" Target="../slideLayouts/slideLayout28.xml"/><Relationship Id="rId8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4.xml"/><Relationship Id="rId14" Type="http://schemas.openxmlformats.org/officeDocument/2006/relationships/slideLayout" Target="../slideLayouts/slideLayout35.xml"/><Relationship Id="rId15" Type="http://schemas.openxmlformats.org/officeDocument/2006/relationships/slideLayout" Target="../slideLayouts/slideLayout36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10.wmf"/><Relationship Id="rId3" Type="http://schemas.openxmlformats.org/officeDocument/2006/relationships/image" Target="../media/image11.wmf"/><Relationship Id="rId4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8.xml"/><Relationship Id="rId6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0.xml"/><Relationship Id="rId8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4.xml"/><Relationship Id="rId12" Type="http://schemas.openxmlformats.org/officeDocument/2006/relationships/slideLayout" Target="../slideLayouts/slideLayout45.xml"/><Relationship Id="rId13" Type="http://schemas.openxmlformats.org/officeDocument/2006/relationships/slideLayout" Target="../slideLayouts/slideLayout46.xml"/><Relationship Id="rId14" Type="http://schemas.openxmlformats.org/officeDocument/2006/relationships/slideLayout" Target="../slideLayouts/slideLayout47.xml"/><Relationship Id="rId15" Type="http://schemas.openxmlformats.org/officeDocument/2006/relationships/slideLayout" Target="../slideLayouts/slideLayout48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Obrázek 6" descr=""/>
          <p:cNvPicPr/>
          <p:nvPr/>
        </p:nvPicPr>
        <p:blipFill>
          <a:blip r:embed="rId3"/>
          <a:stretch/>
        </p:blipFill>
        <p:spPr>
          <a:xfrm>
            <a:off x="277560" y="6423480"/>
            <a:ext cx="1661400" cy="211680"/>
          </a:xfrm>
          <a:prstGeom prst="rect">
            <a:avLst/>
          </a:prstGeom>
          <a:ln w="0">
            <a:noFill/>
          </a:ln>
        </p:spPr>
      </p:pic>
      <p:pic>
        <p:nvPicPr>
          <p:cNvPr id="1" name="Obrázek 7" descr=""/>
          <p:cNvPicPr/>
          <p:nvPr/>
        </p:nvPicPr>
        <p:blipFill>
          <a:blip r:embed="rId4"/>
          <a:stretch/>
        </p:blipFill>
        <p:spPr>
          <a:xfrm>
            <a:off x="1440" y="0"/>
            <a:ext cx="12188520" cy="6857640"/>
          </a:xfrm>
          <a:prstGeom prst="rect">
            <a:avLst/>
          </a:prstGeom>
          <a:ln w="0">
            <a:noFill/>
          </a:ln>
        </p:spPr>
      </p:pic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895320" y="3794400"/>
            <a:ext cx="7642080" cy="2624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</a:pPr>
            <a:r>
              <a:rPr b="0" lang="en-US" sz="6000" spc="-1" strike="noStrike">
                <a:solidFill>
                  <a:srgbClr val="21a9c0"/>
                </a:solidFill>
                <a:latin typeface="Arial"/>
              </a:rPr>
              <a:t>Click to edit Master title style</a:t>
            </a:r>
            <a:endParaRPr b="0" lang="en-US" sz="6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" name="Obrázek 4" descr=""/>
          <p:cNvPicPr/>
          <p:nvPr/>
        </p:nvPicPr>
        <p:blipFill>
          <a:blip r:embed="rId5"/>
          <a:stretch/>
        </p:blipFill>
        <p:spPr>
          <a:xfrm>
            <a:off x="545400" y="508680"/>
            <a:ext cx="3809880" cy="1093680"/>
          </a:xfrm>
          <a:prstGeom prst="rect">
            <a:avLst/>
          </a:prstGeom>
          <a:ln w="0">
            <a:noFill/>
          </a:ln>
        </p:spPr>
      </p:pic>
      <p:pic>
        <p:nvPicPr>
          <p:cNvPr id="4" name="Obrázek 6" descr=""/>
          <p:cNvPicPr/>
          <p:nvPr/>
        </p:nvPicPr>
        <p:blipFill>
          <a:blip r:embed="rId6"/>
          <a:stretch/>
        </p:blipFill>
        <p:spPr>
          <a:xfrm>
            <a:off x="9377280" y="696600"/>
            <a:ext cx="2279880" cy="649440"/>
          </a:xfrm>
          <a:prstGeom prst="rect">
            <a:avLst/>
          </a:prstGeom>
          <a:ln w="0">
            <a:noFill/>
          </a:ln>
        </p:spPr>
      </p:pic>
      <p:sp>
        <p:nvSpPr>
          <p:cNvPr id="5" name="PlaceHolder 2"/>
          <p:cNvSpPr>
            <a:spLocks noGrp="1"/>
          </p:cNvSpPr>
          <p:nvPr>
            <p:ph type="ftr"/>
          </p:nvPr>
        </p:nvSpPr>
        <p:spPr>
          <a:xfrm>
            <a:off x="3333960" y="6408360"/>
            <a:ext cx="7886880" cy="215640"/>
          </a:xfrm>
          <a:prstGeom prst="rect">
            <a:avLst/>
          </a:prstGeom>
        </p:spPr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r>
              <a:rPr b="0" lang="en-US" sz="1200" spc="-1" strike="noStrike">
                <a:solidFill>
                  <a:srgbClr val="7ac143"/>
                </a:solidFill>
                <a:latin typeface="Arial"/>
              </a:rPr>
              <a:t>CEITEC at Masaryk University</a:t>
            </a:r>
            <a:endParaRPr b="0" lang="en-US" sz="1200" spc="-1" strike="noStrike">
              <a:latin typeface="Times New Roman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sldNum"/>
          </p:nvPr>
        </p:nvSpPr>
        <p:spPr>
          <a:xfrm>
            <a:off x="11221200" y="6408360"/>
            <a:ext cx="503640" cy="215640"/>
          </a:xfrm>
          <a:prstGeom prst="rect">
            <a:avLst/>
          </a:prstGeom>
        </p:spPr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fld id="{7D0C8DFD-FB6D-4513-BB46-16EA34954708}" type="slidenum">
              <a:rPr b="1" lang="en-US" sz="1200" spc="-1" strike="noStrike">
                <a:solidFill>
                  <a:srgbClr val="7ac143"/>
                </a:solidFill>
                <a:latin typeface="Arial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39464a"/>
                </a:solidFill>
                <a:latin typeface="Arial"/>
              </a:rPr>
              <a:t>Click to edit the outline text format</a:t>
            </a:r>
            <a:endParaRPr b="0" lang="en-US" sz="2400" spc="-1" strike="noStrike">
              <a:solidFill>
                <a:srgbClr val="39464a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39464a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39464a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rgbClr val="39464a"/>
                </a:solidFill>
                <a:latin typeface="Arial"/>
              </a:rPr>
              <a:t>Third Outline Level</a:t>
            </a:r>
            <a:endParaRPr b="0" lang="en-US" sz="1600" spc="-1" strike="noStrike">
              <a:solidFill>
                <a:srgbClr val="39464a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600" spc="-1" strike="noStrike">
                <a:solidFill>
                  <a:srgbClr val="39464a"/>
                </a:solidFill>
                <a:latin typeface="Arial"/>
              </a:rPr>
              <a:t>Fourth Outline Level</a:t>
            </a:r>
            <a:endParaRPr b="0" lang="en-US" sz="1600" spc="-1" strike="noStrike">
              <a:solidFill>
                <a:srgbClr val="39464a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39464a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39464a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39464a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39464a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39464a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39464a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7"/>
    <p:sldLayoutId id="2147483650" r:id="rId8"/>
    <p:sldLayoutId id="2147483651" r:id="rId9"/>
    <p:sldLayoutId id="2147483652" r:id="rId10"/>
    <p:sldLayoutId id="2147483653" r:id="rId11"/>
    <p:sldLayoutId id="2147483654" r:id="rId12"/>
    <p:sldLayoutId id="2147483655" r:id="rId13"/>
    <p:sldLayoutId id="2147483656" r:id="rId14"/>
    <p:sldLayoutId id="2147483657" r:id="rId15"/>
    <p:sldLayoutId id="2147483658" r:id="rId16"/>
    <p:sldLayoutId id="2147483659" r:id="rId17"/>
    <p:sldLayoutId id="2147483660" r:id="rId18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Obrázek 6" descr=""/>
          <p:cNvPicPr/>
          <p:nvPr/>
        </p:nvPicPr>
        <p:blipFill>
          <a:blip r:embed="rId3"/>
          <a:stretch/>
        </p:blipFill>
        <p:spPr>
          <a:xfrm>
            <a:off x="277560" y="6423480"/>
            <a:ext cx="1661400" cy="211680"/>
          </a:xfrm>
          <a:prstGeom prst="rect">
            <a:avLst/>
          </a:prstGeom>
          <a:ln w="0">
            <a:noFill/>
          </a:ln>
        </p:spPr>
      </p:pic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66560" y="365040"/>
            <a:ext cx="11258280" cy="8251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</a:pPr>
            <a:r>
              <a:rPr b="0" lang="en-US" sz="3600" spc="-1" strike="noStrike">
                <a:solidFill>
                  <a:srgbClr val="21a9c0"/>
                </a:solidFill>
                <a:latin typeface="Arial"/>
              </a:rPr>
              <a:t>Click to edit Master title style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body"/>
          </p:nvPr>
        </p:nvSpPr>
        <p:spPr>
          <a:xfrm>
            <a:off x="466560" y="1523880"/>
            <a:ext cx="11258280" cy="436212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21a9c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39464a"/>
                </a:solidFill>
                <a:latin typeface="Arial"/>
              </a:rPr>
              <a:t>Edit Master text styles</a:t>
            </a:r>
            <a:endParaRPr b="0" lang="en-US" sz="2400" spc="-1" strike="noStrike">
              <a:solidFill>
                <a:srgbClr val="39464a"/>
              </a:solidFill>
              <a:latin typeface="Arial"/>
            </a:endParaRPr>
          </a:p>
          <a:p>
            <a:pPr lvl="1" marL="685800" indent="-228240">
              <a:lnSpc>
                <a:spcPct val="90000"/>
              </a:lnSpc>
              <a:spcBef>
                <a:spcPts val="499"/>
              </a:spcBef>
              <a:buClr>
                <a:srgbClr val="21a9c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39464a"/>
                </a:solidFill>
                <a:latin typeface="Arial"/>
              </a:rPr>
              <a:t>Second level</a:t>
            </a:r>
            <a:endParaRPr b="0" lang="en-US" sz="2000" spc="-1" strike="noStrike">
              <a:solidFill>
                <a:srgbClr val="39464a"/>
              </a:solidFill>
              <a:latin typeface="Arial"/>
            </a:endParaRPr>
          </a:p>
          <a:p>
            <a:pPr lvl="2" marL="1143000" indent="-228240">
              <a:lnSpc>
                <a:spcPct val="90000"/>
              </a:lnSpc>
              <a:spcBef>
                <a:spcPts val="499"/>
              </a:spcBef>
              <a:buClr>
                <a:srgbClr val="21a9c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39464a"/>
                </a:solidFill>
                <a:latin typeface="Arial"/>
              </a:rPr>
              <a:t>Third level</a:t>
            </a:r>
            <a:endParaRPr b="0" lang="en-US" sz="1800" spc="-1" strike="noStrike">
              <a:solidFill>
                <a:srgbClr val="39464a"/>
              </a:solidFill>
              <a:latin typeface="Arial"/>
            </a:endParaRPr>
          </a:p>
          <a:p>
            <a:pPr lvl="3" marL="1600200" indent="-228240">
              <a:lnSpc>
                <a:spcPct val="90000"/>
              </a:lnSpc>
              <a:spcBef>
                <a:spcPts val="499"/>
              </a:spcBef>
              <a:buClr>
                <a:srgbClr val="21a9c0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39464a"/>
                </a:solidFill>
                <a:latin typeface="Arial"/>
              </a:rPr>
              <a:t>Fourth level</a:t>
            </a:r>
            <a:endParaRPr b="0" lang="en-US" sz="1600" spc="-1" strike="noStrike">
              <a:solidFill>
                <a:srgbClr val="39464a"/>
              </a:solidFill>
              <a:latin typeface="Arial"/>
            </a:endParaRPr>
          </a:p>
          <a:p>
            <a:pPr lvl="4" marL="2057400" indent="-228240">
              <a:lnSpc>
                <a:spcPct val="90000"/>
              </a:lnSpc>
              <a:spcBef>
                <a:spcPts val="499"/>
              </a:spcBef>
              <a:buClr>
                <a:srgbClr val="21a9c0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39464a"/>
                </a:solidFill>
                <a:latin typeface="Arial"/>
              </a:rPr>
              <a:t>Fifth level</a:t>
            </a:r>
            <a:endParaRPr b="0" lang="en-US" sz="1600" spc="-1" strike="noStrike">
              <a:solidFill>
                <a:srgbClr val="39464a"/>
              </a:solidFill>
              <a:latin typeface="Arial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ftr"/>
          </p:nvPr>
        </p:nvSpPr>
        <p:spPr>
          <a:xfrm>
            <a:off x="3333960" y="6408360"/>
            <a:ext cx="7886880" cy="215640"/>
          </a:xfrm>
          <a:prstGeom prst="rect">
            <a:avLst/>
          </a:prstGeom>
        </p:spPr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r>
              <a:rPr b="0" lang="en-US" sz="1200" spc="-1" strike="noStrike">
                <a:solidFill>
                  <a:srgbClr val="7ac143"/>
                </a:solidFill>
                <a:latin typeface="Arial"/>
              </a:rPr>
              <a:t>CEITEC at Masaryk University</a:t>
            </a:r>
            <a:endParaRPr b="0" lang="en-US" sz="1200" spc="-1" strike="noStrike"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sldNum"/>
          </p:nvPr>
        </p:nvSpPr>
        <p:spPr>
          <a:xfrm>
            <a:off x="11221200" y="6408360"/>
            <a:ext cx="503640" cy="215640"/>
          </a:xfrm>
          <a:prstGeom prst="rect">
            <a:avLst/>
          </a:prstGeom>
        </p:spPr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fld id="{1B0DEF11-92BF-449B-8A97-108DBDDBD9A5}" type="slidenum">
              <a:rPr b="1" lang="en-US" sz="1200" spc="-1" strike="noStrike">
                <a:solidFill>
                  <a:srgbClr val="7ac143"/>
                </a:solidFill>
                <a:latin typeface="Arial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Obrázek 6" descr=""/>
          <p:cNvPicPr/>
          <p:nvPr/>
        </p:nvPicPr>
        <p:blipFill>
          <a:blip r:embed="rId3"/>
          <a:stretch/>
        </p:blipFill>
        <p:spPr>
          <a:xfrm>
            <a:off x="277560" y="6423480"/>
            <a:ext cx="1661400" cy="211680"/>
          </a:xfrm>
          <a:prstGeom prst="rect">
            <a:avLst/>
          </a:prstGeom>
          <a:ln w="0">
            <a:noFill/>
          </a:ln>
        </p:spPr>
      </p:pic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466560" y="365040"/>
            <a:ext cx="11258280" cy="8251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</a:pPr>
            <a:r>
              <a:rPr b="0" lang="en-US" sz="3600" spc="-1" strike="noStrike">
                <a:solidFill>
                  <a:srgbClr val="21a9c0"/>
                </a:solidFill>
                <a:latin typeface="Arial"/>
              </a:rPr>
              <a:t>Click to edit Master title style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 type="body"/>
          </p:nvPr>
        </p:nvSpPr>
        <p:spPr>
          <a:xfrm>
            <a:off x="466560" y="1523880"/>
            <a:ext cx="5552640" cy="436212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21a9c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39464a"/>
                </a:solidFill>
                <a:latin typeface="Arial"/>
              </a:rPr>
              <a:t>Edit Master text styles</a:t>
            </a:r>
            <a:endParaRPr b="0" lang="en-US" sz="2400" spc="-1" strike="noStrike">
              <a:solidFill>
                <a:srgbClr val="39464a"/>
              </a:solidFill>
              <a:latin typeface="Arial"/>
            </a:endParaRPr>
          </a:p>
          <a:p>
            <a:pPr lvl="1" marL="685800" indent="-228240">
              <a:lnSpc>
                <a:spcPct val="90000"/>
              </a:lnSpc>
              <a:spcBef>
                <a:spcPts val="499"/>
              </a:spcBef>
              <a:buClr>
                <a:srgbClr val="21a9c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39464a"/>
                </a:solidFill>
                <a:latin typeface="Arial"/>
              </a:rPr>
              <a:t>Second level</a:t>
            </a:r>
            <a:endParaRPr b="0" lang="en-US" sz="2000" spc="-1" strike="noStrike">
              <a:solidFill>
                <a:srgbClr val="39464a"/>
              </a:solidFill>
              <a:latin typeface="Arial"/>
            </a:endParaRPr>
          </a:p>
          <a:p>
            <a:pPr lvl="2" marL="1143000" indent="-228240">
              <a:lnSpc>
                <a:spcPct val="90000"/>
              </a:lnSpc>
              <a:spcBef>
                <a:spcPts val="499"/>
              </a:spcBef>
              <a:buClr>
                <a:srgbClr val="21a9c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39464a"/>
                </a:solidFill>
                <a:latin typeface="Arial"/>
              </a:rPr>
              <a:t>Third level</a:t>
            </a:r>
            <a:endParaRPr b="0" lang="en-US" sz="1800" spc="-1" strike="noStrike">
              <a:solidFill>
                <a:srgbClr val="39464a"/>
              </a:solidFill>
              <a:latin typeface="Arial"/>
            </a:endParaRPr>
          </a:p>
          <a:p>
            <a:pPr lvl="3" marL="1600200" indent="-228240">
              <a:lnSpc>
                <a:spcPct val="90000"/>
              </a:lnSpc>
              <a:spcBef>
                <a:spcPts val="499"/>
              </a:spcBef>
              <a:buClr>
                <a:srgbClr val="21a9c0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39464a"/>
                </a:solidFill>
                <a:latin typeface="Arial"/>
              </a:rPr>
              <a:t>Fourth level</a:t>
            </a:r>
            <a:endParaRPr b="0" lang="en-US" sz="1600" spc="-1" strike="noStrike">
              <a:solidFill>
                <a:srgbClr val="39464a"/>
              </a:solidFill>
              <a:latin typeface="Arial"/>
            </a:endParaRPr>
          </a:p>
          <a:p>
            <a:pPr lvl="4" marL="2057400" indent="-228240">
              <a:lnSpc>
                <a:spcPct val="90000"/>
              </a:lnSpc>
              <a:spcBef>
                <a:spcPts val="499"/>
              </a:spcBef>
              <a:buClr>
                <a:srgbClr val="21a9c0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39464a"/>
                </a:solidFill>
                <a:latin typeface="Arial"/>
              </a:rPr>
              <a:t>Fifth level</a:t>
            </a:r>
            <a:endParaRPr b="0" lang="en-US" sz="1600" spc="-1" strike="noStrike">
              <a:solidFill>
                <a:srgbClr val="39464a"/>
              </a:solidFill>
              <a:latin typeface="Arial"/>
            </a:endParaRPr>
          </a:p>
        </p:txBody>
      </p:sp>
      <p:sp>
        <p:nvSpPr>
          <p:cNvPr id="88" name="PlaceHolder 3"/>
          <p:cNvSpPr>
            <a:spLocks noGrp="1"/>
          </p:cNvSpPr>
          <p:nvPr>
            <p:ph type="body"/>
          </p:nvPr>
        </p:nvSpPr>
        <p:spPr>
          <a:xfrm>
            <a:off x="6172200" y="1523880"/>
            <a:ext cx="5552640" cy="436212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21a9c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39464a"/>
                </a:solidFill>
                <a:latin typeface="Arial"/>
              </a:rPr>
              <a:t>Edit Master text styles</a:t>
            </a:r>
            <a:endParaRPr b="0" lang="en-US" sz="2400" spc="-1" strike="noStrike">
              <a:solidFill>
                <a:srgbClr val="39464a"/>
              </a:solidFill>
              <a:latin typeface="Arial"/>
            </a:endParaRPr>
          </a:p>
          <a:p>
            <a:pPr lvl="1" marL="685800" indent="-228240">
              <a:lnSpc>
                <a:spcPct val="90000"/>
              </a:lnSpc>
              <a:spcBef>
                <a:spcPts val="499"/>
              </a:spcBef>
              <a:buClr>
                <a:srgbClr val="21a9c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39464a"/>
                </a:solidFill>
                <a:latin typeface="Arial"/>
              </a:rPr>
              <a:t>Second level</a:t>
            </a:r>
            <a:endParaRPr b="0" lang="en-US" sz="2000" spc="-1" strike="noStrike">
              <a:solidFill>
                <a:srgbClr val="39464a"/>
              </a:solidFill>
              <a:latin typeface="Arial"/>
            </a:endParaRPr>
          </a:p>
          <a:p>
            <a:pPr lvl="2" marL="1143000" indent="-228240">
              <a:lnSpc>
                <a:spcPct val="90000"/>
              </a:lnSpc>
              <a:spcBef>
                <a:spcPts val="499"/>
              </a:spcBef>
              <a:buClr>
                <a:srgbClr val="21a9c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39464a"/>
                </a:solidFill>
                <a:latin typeface="Arial"/>
              </a:rPr>
              <a:t>Third level</a:t>
            </a:r>
            <a:endParaRPr b="0" lang="en-US" sz="1800" spc="-1" strike="noStrike">
              <a:solidFill>
                <a:srgbClr val="39464a"/>
              </a:solidFill>
              <a:latin typeface="Arial"/>
            </a:endParaRPr>
          </a:p>
          <a:p>
            <a:pPr lvl="3" marL="1600200" indent="-228240">
              <a:lnSpc>
                <a:spcPct val="90000"/>
              </a:lnSpc>
              <a:spcBef>
                <a:spcPts val="499"/>
              </a:spcBef>
              <a:buClr>
                <a:srgbClr val="21a9c0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39464a"/>
                </a:solidFill>
                <a:latin typeface="Arial"/>
              </a:rPr>
              <a:t>Fourth level</a:t>
            </a:r>
            <a:endParaRPr b="0" lang="en-US" sz="1600" spc="-1" strike="noStrike">
              <a:solidFill>
                <a:srgbClr val="39464a"/>
              </a:solidFill>
              <a:latin typeface="Arial"/>
            </a:endParaRPr>
          </a:p>
          <a:p>
            <a:pPr lvl="4" marL="2057400" indent="-228240">
              <a:lnSpc>
                <a:spcPct val="90000"/>
              </a:lnSpc>
              <a:spcBef>
                <a:spcPts val="499"/>
              </a:spcBef>
              <a:buClr>
                <a:srgbClr val="21a9c0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39464a"/>
                </a:solidFill>
                <a:latin typeface="Arial"/>
              </a:rPr>
              <a:t>Fifth level</a:t>
            </a:r>
            <a:endParaRPr b="0" lang="en-US" sz="1600" spc="-1" strike="noStrike">
              <a:solidFill>
                <a:srgbClr val="39464a"/>
              </a:solidFill>
              <a:latin typeface="Arial"/>
            </a:endParaRPr>
          </a:p>
        </p:txBody>
      </p:sp>
      <p:sp>
        <p:nvSpPr>
          <p:cNvPr id="89" name="PlaceHolder 4"/>
          <p:cNvSpPr>
            <a:spLocks noGrp="1"/>
          </p:cNvSpPr>
          <p:nvPr>
            <p:ph type="ftr"/>
          </p:nvPr>
        </p:nvSpPr>
        <p:spPr>
          <a:xfrm>
            <a:off x="3333960" y="6408360"/>
            <a:ext cx="7886880" cy="215640"/>
          </a:xfrm>
          <a:prstGeom prst="rect">
            <a:avLst/>
          </a:prstGeom>
        </p:spPr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r>
              <a:rPr b="0" lang="en-US" sz="1200" spc="-1" strike="noStrike">
                <a:solidFill>
                  <a:srgbClr val="7ac143"/>
                </a:solidFill>
                <a:latin typeface="Arial"/>
              </a:rPr>
              <a:t>CEITEC at Masaryk University</a:t>
            </a:r>
            <a:endParaRPr b="0" lang="en-US" sz="1200" spc="-1" strike="noStrike">
              <a:latin typeface="Times New Roman"/>
            </a:endParaRPr>
          </a:p>
        </p:txBody>
      </p:sp>
      <p:sp>
        <p:nvSpPr>
          <p:cNvPr id="90" name="PlaceHolder 5"/>
          <p:cNvSpPr>
            <a:spLocks noGrp="1"/>
          </p:cNvSpPr>
          <p:nvPr>
            <p:ph type="sldNum"/>
          </p:nvPr>
        </p:nvSpPr>
        <p:spPr>
          <a:xfrm>
            <a:off x="11221200" y="6408360"/>
            <a:ext cx="503640" cy="215640"/>
          </a:xfrm>
          <a:prstGeom prst="rect">
            <a:avLst/>
          </a:prstGeom>
        </p:spPr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fld id="{C861519F-AA45-4B4E-B3E8-6F556A6CE192}" type="slidenum">
              <a:rPr b="1" lang="en-US" sz="1200" spc="-1" strike="noStrike">
                <a:solidFill>
                  <a:srgbClr val="7ac143"/>
                </a:solidFill>
                <a:latin typeface="Arial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  <p:sldLayoutId id="2147483684" r:id="rId13"/>
    <p:sldLayoutId id="2147483685" r:id="rId14"/>
    <p:sldLayoutId id="2147483686" r:id="rId15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Obrázek 6" descr=""/>
          <p:cNvPicPr/>
          <p:nvPr/>
        </p:nvPicPr>
        <p:blipFill>
          <a:blip r:embed="rId3"/>
          <a:stretch/>
        </p:blipFill>
        <p:spPr>
          <a:xfrm>
            <a:off x="277560" y="6423480"/>
            <a:ext cx="1661400" cy="211680"/>
          </a:xfrm>
          <a:prstGeom prst="rect">
            <a:avLst/>
          </a:prstGeom>
          <a:ln w="0">
            <a:noFill/>
          </a:ln>
        </p:spPr>
      </p:pic>
      <p:sp>
        <p:nvSpPr>
          <p:cNvPr id="128" name="PlaceHolder 1"/>
          <p:cNvSpPr>
            <a:spLocks noGrp="1"/>
          </p:cNvSpPr>
          <p:nvPr>
            <p:ph type="ftr"/>
          </p:nvPr>
        </p:nvSpPr>
        <p:spPr>
          <a:xfrm>
            <a:off x="3333960" y="6408360"/>
            <a:ext cx="7886880" cy="215640"/>
          </a:xfrm>
          <a:prstGeom prst="rect">
            <a:avLst/>
          </a:prstGeom>
        </p:spPr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r>
              <a:rPr b="0" lang="en-US" sz="1200" spc="-1" strike="noStrike">
                <a:solidFill>
                  <a:srgbClr val="7ac143"/>
                </a:solidFill>
                <a:latin typeface="Arial"/>
              </a:rPr>
              <a:t>CEITEC at Masaryk University</a:t>
            </a:r>
            <a:endParaRPr b="0" lang="en-US" sz="1200" spc="-1" strike="noStrike">
              <a:latin typeface="Times New Roman"/>
            </a:endParaRPr>
          </a:p>
        </p:txBody>
      </p:sp>
      <p:sp>
        <p:nvSpPr>
          <p:cNvPr id="129" name="PlaceHolder 2"/>
          <p:cNvSpPr>
            <a:spLocks noGrp="1"/>
          </p:cNvSpPr>
          <p:nvPr>
            <p:ph type="sldNum"/>
          </p:nvPr>
        </p:nvSpPr>
        <p:spPr>
          <a:xfrm>
            <a:off x="11221200" y="6408360"/>
            <a:ext cx="503640" cy="215640"/>
          </a:xfrm>
          <a:prstGeom prst="rect">
            <a:avLst/>
          </a:prstGeom>
        </p:spPr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fld id="{F39112B6-FCB9-4D2C-85F9-0B645510005A}" type="slidenum">
              <a:rPr b="1" lang="en-US" sz="1200" spc="-1" strike="noStrike">
                <a:solidFill>
                  <a:srgbClr val="7ac143"/>
                </a:solidFill>
                <a:latin typeface="Arial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130" name="PlaceHolder 3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PlaceHolder 4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39464a"/>
                </a:solidFill>
                <a:latin typeface="Arial"/>
              </a:rPr>
              <a:t>Click to edit the outline text format</a:t>
            </a:r>
            <a:endParaRPr b="0" lang="en-US" sz="2400" spc="-1" strike="noStrike">
              <a:solidFill>
                <a:srgbClr val="39464a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39464a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39464a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rgbClr val="39464a"/>
                </a:solidFill>
                <a:latin typeface="Arial"/>
              </a:rPr>
              <a:t>Third Outline Level</a:t>
            </a:r>
            <a:endParaRPr b="0" lang="en-US" sz="1600" spc="-1" strike="noStrike">
              <a:solidFill>
                <a:srgbClr val="39464a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600" spc="-1" strike="noStrike">
                <a:solidFill>
                  <a:srgbClr val="39464a"/>
                </a:solidFill>
                <a:latin typeface="Arial"/>
              </a:rPr>
              <a:t>Fourth Outline Level</a:t>
            </a:r>
            <a:endParaRPr b="0" lang="en-US" sz="1600" spc="-1" strike="noStrike">
              <a:solidFill>
                <a:srgbClr val="39464a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39464a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39464a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39464a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39464a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39464a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39464a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1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14.png"/><Relationship Id="rId3" Type="http://schemas.openxmlformats.org/officeDocument/2006/relationships/slideLayout" Target="../slideLayouts/slideLayout1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25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25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slideLayout" Target="../slideLayouts/slideLayout1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slideLayout" Target="../slideLayouts/slideLayout1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slideLayout" Target="../slideLayouts/slideLayout1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26.png"/><Relationship Id="rId2" Type="http://schemas.openxmlformats.org/officeDocument/2006/relationships/slideLayout" Target="../slideLayouts/slideLayout13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27.png"/><Relationship Id="rId2" Type="http://schemas.openxmlformats.org/officeDocument/2006/relationships/image" Target="../media/image28.png"/><Relationship Id="rId3" Type="http://schemas.openxmlformats.org/officeDocument/2006/relationships/slideLayout" Target="../slideLayouts/slideLayout25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29.png"/><Relationship Id="rId2" Type="http://schemas.openxmlformats.org/officeDocument/2006/relationships/image" Target="../media/image30.png"/><Relationship Id="rId3" Type="http://schemas.openxmlformats.org/officeDocument/2006/relationships/image" Target="../media/image31.png"/><Relationship Id="rId4" Type="http://schemas.openxmlformats.org/officeDocument/2006/relationships/slideLayout" Target="../slideLayouts/slideLayout25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32.png"/><Relationship Id="rId2" Type="http://schemas.openxmlformats.org/officeDocument/2006/relationships/image" Target="../media/image33.png"/><Relationship Id="rId3" Type="http://schemas.openxmlformats.org/officeDocument/2006/relationships/image" Target="../media/image34.png"/><Relationship Id="rId4" Type="http://schemas.openxmlformats.org/officeDocument/2006/relationships/slideLayout" Target="../slideLayouts/slideLayout25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35.png"/><Relationship Id="rId2" Type="http://schemas.openxmlformats.org/officeDocument/2006/relationships/image" Target="../media/image36.png"/><Relationship Id="rId3" Type="http://schemas.openxmlformats.org/officeDocument/2006/relationships/image" Target="../media/image37.png"/><Relationship Id="rId4" Type="http://schemas.openxmlformats.org/officeDocument/2006/relationships/slideLayout" Target="../slideLayouts/slideLayout25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38.png"/><Relationship Id="rId2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TextShape 1"/>
          <p:cNvSpPr txBox="1"/>
          <p:nvPr/>
        </p:nvSpPr>
        <p:spPr>
          <a:xfrm>
            <a:off x="107280" y="6291360"/>
            <a:ext cx="4479840" cy="56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fr-FR" sz="2400" spc="-1" strike="noStrike">
                <a:solidFill>
                  <a:srgbClr val="7ac143"/>
                </a:solidFill>
                <a:latin typeface="Arial"/>
              </a:rPr>
              <a:t>William Morton– Nov 23rd, 2023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75" name="CustomShape 2"/>
          <p:cNvSpPr/>
          <p:nvPr/>
        </p:nvSpPr>
        <p:spPr>
          <a:xfrm>
            <a:off x="762120" y="1066680"/>
            <a:ext cx="3825000" cy="5482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76" name="CustomShape 3"/>
          <p:cNvSpPr/>
          <p:nvPr/>
        </p:nvSpPr>
        <p:spPr>
          <a:xfrm>
            <a:off x="206280" y="4408200"/>
            <a:ext cx="2965680" cy="77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90000"/>
              </a:lnSpc>
            </a:pPr>
            <a:r>
              <a:rPr b="0" lang="en-US" sz="4000" spc="-1" strike="noStrike" cap="small">
                <a:solidFill>
                  <a:srgbClr val="21a9c0"/>
                </a:solidFill>
                <a:latin typeface="Arial"/>
              </a:rPr>
              <a:t>Week 9</a:t>
            </a:r>
            <a:endParaRPr b="0" lang="en-US" sz="4000" spc="-1" strike="noStrike">
              <a:latin typeface="Arial"/>
            </a:endParaRPr>
          </a:p>
        </p:txBody>
      </p:sp>
      <p:sp>
        <p:nvSpPr>
          <p:cNvPr id="177" name="TextShape 4"/>
          <p:cNvSpPr txBox="1"/>
          <p:nvPr/>
        </p:nvSpPr>
        <p:spPr>
          <a:xfrm>
            <a:off x="206280" y="1783440"/>
            <a:ext cx="6259320" cy="2624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</a:pPr>
            <a:r>
              <a:rPr b="0" lang="en-US" sz="6000" spc="-1" strike="noStrike">
                <a:solidFill>
                  <a:srgbClr val="21a9c0"/>
                </a:solidFill>
                <a:latin typeface="Arial"/>
              </a:rPr>
              <a:t>C9555: </a:t>
            </a:r>
            <a:br/>
            <a:r>
              <a:rPr b="0" lang="en-US" sz="6000" spc="-1" strike="noStrike">
                <a:solidFill>
                  <a:srgbClr val="21a9c0"/>
                </a:solidFill>
                <a:latin typeface="Arial"/>
              </a:rPr>
              <a:t>A survival guide</a:t>
            </a:r>
            <a:br/>
            <a:r>
              <a:rPr b="0" lang="en-US" sz="6000" spc="-1" strike="noStrike">
                <a:solidFill>
                  <a:srgbClr val="21a9c0"/>
                </a:solidFill>
                <a:latin typeface="Arial"/>
              </a:rPr>
              <a:t>to simulations</a:t>
            </a:r>
            <a:endParaRPr b="0" lang="en-US" sz="6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TextShape 1"/>
          <p:cNvSpPr txBox="1"/>
          <p:nvPr/>
        </p:nvSpPr>
        <p:spPr>
          <a:xfrm>
            <a:off x="466560" y="365040"/>
            <a:ext cx="11258280" cy="82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</a:pPr>
            <a:r>
              <a:rPr b="0" lang="en-US" sz="3600" spc="-1" strike="noStrike">
                <a:solidFill>
                  <a:srgbClr val="21a9c0"/>
                </a:solidFill>
                <a:latin typeface="Arial"/>
              </a:rPr>
              <a:t>Learning Objectives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TextShape 2"/>
          <p:cNvSpPr txBox="1"/>
          <p:nvPr/>
        </p:nvSpPr>
        <p:spPr>
          <a:xfrm>
            <a:off x="466560" y="1523880"/>
            <a:ext cx="11258280" cy="436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rmAutofit/>
          </a:bodyPr>
          <a:p>
            <a:pPr marL="457200" indent="-456840">
              <a:lnSpc>
                <a:spcPct val="90000"/>
              </a:lnSpc>
              <a:spcBef>
                <a:spcPts val="1001"/>
              </a:spcBef>
              <a:buClr>
                <a:srgbClr val="21a9c0"/>
              </a:buClr>
              <a:buFont typeface="Arial"/>
              <a:buAutoNum type="arabicPeriod"/>
            </a:pPr>
            <a:r>
              <a:rPr b="0" lang="cs-CZ" sz="2400" spc="-1" strike="noStrike">
                <a:solidFill>
                  <a:srgbClr val="39464a"/>
                </a:solidFill>
                <a:latin typeface="Arial"/>
              </a:rPr>
              <a:t>How does Alpha Fold predict a protein structure</a:t>
            </a:r>
            <a:endParaRPr b="0" lang="en-US" sz="2400" spc="-1" strike="noStrike">
              <a:solidFill>
                <a:srgbClr val="39464a"/>
              </a:solidFill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b="0" lang="en-US" sz="2400" spc="-1" strike="noStrike">
              <a:solidFill>
                <a:srgbClr val="39464a"/>
              </a:solidFill>
              <a:latin typeface="Arial"/>
            </a:endParaRPr>
          </a:p>
          <a:p>
            <a:pPr marL="457200" indent="-456840">
              <a:lnSpc>
                <a:spcPct val="90000"/>
              </a:lnSpc>
              <a:spcBef>
                <a:spcPts val="1001"/>
              </a:spcBef>
              <a:buClr>
                <a:srgbClr val="21a9c0"/>
              </a:buClr>
              <a:buFont typeface="Arial"/>
              <a:buAutoNum type="arabicPeriod"/>
            </a:pPr>
            <a:r>
              <a:rPr b="0" lang="cs-CZ" sz="2400" spc="-1" strike="noStrike">
                <a:solidFill>
                  <a:srgbClr val="39464a"/>
                </a:solidFill>
                <a:latin typeface="Arial"/>
              </a:rPr>
              <a:t>Move proteins from Alpha Fold to MD</a:t>
            </a:r>
            <a:endParaRPr b="0" lang="en-US" sz="2400" spc="-1" strike="noStrike">
              <a:solidFill>
                <a:srgbClr val="39464a"/>
              </a:solidFill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b="0" lang="en-US" sz="2400" spc="-1" strike="noStrike">
              <a:solidFill>
                <a:srgbClr val="39464a"/>
              </a:solidFill>
              <a:latin typeface="Arial"/>
            </a:endParaRPr>
          </a:p>
          <a:p>
            <a:pPr marL="457200" indent="-456840">
              <a:lnSpc>
                <a:spcPct val="90000"/>
              </a:lnSpc>
              <a:spcBef>
                <a:spcPts val="1001"/>
              </a:spcBef>
              <a:buClr>
                <a:srgbClr val="21a9c0"/>
              </a:buClr>
              <a:buFont typeface="Arial"/>
              <a:buAutoNum type="arabicPeriod"/>
            </a:pPr>
            <a:r>
              <a:rPr b="0" lang="cs-CZ" sz="2400" spc="-1" strike="noStrike">
                <a:solidFill>
                  <a:srgbClr val="39464a"/>
                </a:solidFill>
                <a:latin typeface="Arial"/>
              </a:rPr>
              <a:t>When to use coarse graining</a:t>
            </a:r>
            <a:endParaRPr b="0" lang="en-US" sz="2400" spc="-1" strike="noStrike">
              <a:solidFill>
                <a:srgbClr val="39464a"/>
              </a:solidFill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b="0" lang="en-US" sz="2400" spc="-1" strike="noStrike">
              <a:solidFill>
                <a:srgbClr val="39464a"/>
              </a:solidFill>
              <a:latin typeface="Arial"/>
            </a:endParaRPr>
          </a:p>
          <a:p>
            <a:pPr marL="457200" indent="-456840">
              <a:lnSpc>
                <a:spcPct val="90000"/>
              </a:lnSpc>
              <a:spcBef>
                <a:spcPts val="1001"/>
              </a:spcBef>
              <a:buClr>
                <a:srgbClr val="21a9c0"/>
              </a:buClr>
              <a:buFont typeface="Arial"/>
              <a:buAutoNum type="arabicPeriod"/>
            </a:pPr>
            <a:r>
              <a:rPr b="0" lang="cs-CZ" sz="2400" spc="-1" strike="noStrike">
                <a:solidFill>
                  <a:srgbClr val="39464a"/>
                </a:solidFill>
                <a:latin typeface="Arial"/>
              </a:rPr>
              <a:t>Determine translatable properties from experiment to MD</a:t>
            </a:r>
            <a:endParaRPr b="0" lang="en-US" sz="2400" spc="-1" strike="noStrike">
              <a:solidFill>
                <a:srgbClr val="39464a"/>
              </a:solidFill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b="0" lang="en-US" sz="2400" spc="-1" strike="noStrike">
              <a:solidFill>
                <a:srgbClr val="39464a"/>
              </a:solidFill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b="0" lang="en-US" sz="2400" spc="-1" strike="noStrike">
              <a:solidFill>
                <a:srgbClr val="39464a"/>
              </a:solidFill>
              <a:latin typeface="Arial"/>
            </a:endParaRPr>
          </a:p>
        </p:txBody>
      </p:sp>
      <p:sp>
        <p:nvSpPr>
          <p:cNvPr id="180" name="TextShape 3"/>
          <p:cNvSpPr txBox="1"/>
          <p:nvPr/>
        </p:nvSpPr>
        <p:spPr>
          <a:xfrm>
            <a:off x="3333960" y="6408360"/>
            <a:ext cx="7886880" cy="215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r>
              <a:rPr b="0" lang="en-US" sz="1200" spc="-1" strike="noStrike">
                <a:solidFill>
                  <a:srgbClr val="7ac143"/>
                </a:solidFill>
                <a:latin typeface="Arial"/>
              </a:rPr>
              <a:t>CEITEC at Masaryk University</a:t>
            </a:r>
            <a:endParaRPr b="0" lang="en-US" sz="1200" spc="-1" strike="noStrike">
              <a:latin typeface="Times New Roman"/>
            </a:endParaRPr>
          </a:p>
        </p:txBody>
      </p:sp>
      <p:sp>
        <p:nvSpPr>
          <p:cNvPr id="181" name="TextShape 4"/>
          <p:cNvSpPr txBox="1"/>
          <p:nvPr/>
        </p:nvSpPr>
        <p:spPr>
          <a:xfrm>
            <a:off x="11221200" y="6408360"/>
            <a:ext cx="503640" cy="215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fld id="{A6E9DF9E-419D-4B6A-A4AA-9E9A73BDBD32}" type="slidenum">
              <a:rPr b="1" lang="en-US" sz="1200" spc="-1" strike="noStrike">
                <a:solidFill>
                  <a:srgbClr val="7ac143"/>
                </a:solidFill>
                <a:latin typeface="Arial"/>
              </a:rPr>
              <a:t>2</a:t>
            </a:fld>
            <a:endParaRPr b="0" lang="en-US" sz="12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TextShape 1"/>
          <p:cNvSpPr txBox="1"/>
          <p:nvPr/>
        </p:nvSpPr>
        <p:spPr>
          <a:xfrm>
            <a:off x="466560" y="365040"/>
            <a:ext cx="11258280" cy="82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</a:pPr>
            <a:r>
              <a:rPr b="0" lang="cs-CZ" sz="3600" spc="-1" strike="noStrike">
                <a:solidFill>
                  <a:srgbClr val="21a9c0"/>
                </a:solidFill>
                <a:latin typeface="Arial"/>
              </a:rPr>
              <a:t>Review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TextShape 2"/>
          <p:cNvSpPr txBox="1"/>
          <p:nvPr/>
        </p:nvSpPr>
        <p:spPr>
          <a:xfrm>
            <a:off x="466560" y="1523880"/>
            <a:ext cx="11258280" cy="436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rmAutofit/>
          </a:bodyPr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21a9c0"/>
              </a:buClr>
              <a:buFont typeface="Arial"/>
              <a:buChar char="•"/>
            </a:pPr>
            <a:r>
              <a:rPr b="0" lang="cs-CZ" sz="2400" spc="-1" strike="noStrike">
                <a:solidFill>
                  <a:srgbClr val="39464a"/>
                </a:solidFill>
                <a:latin typeface="Arial"/>
              </a:rPr>
              <a:t>What dictates the timestep of a simulation?</a:t>
            </a:r>
            <a:endParaRPr b="0" lang="en-US" sz="2400" spc="-1" strike="noStrike">
              <a:solidFill>
                <a:srgbClr val="39464a"/>
              </a:solidFill>
              <a:latin typeface="Arial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21a9c0"/>
              </a:buClr>
              <a:buFont typeface="Arial"/>
              <a:buChar char="•"/>
            </a:pPr>
            <a:r>
              <a:rPr b="0" lang="cs-CZ" sz="2400" spc="-1" strike="noStrike">
                <a:solidFill>
                  <a:srgbClr val="39464a"/>
                </a:solidFill>
                <a:latin typeface="Arial"/>
              </a:rPr>
              <a:t>How might we tell the temperature of a simulation?</a:t>
            </a:r>
            <a:endParaRPr b="0" lang="en-US" sz="2400" spc="-1" strike="noStrike">
              <a:solidFill>
                <a:srgbClr val="39464a"/>
              </a:solidFill>
              <a:latin typeface="Arial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21a9c0"/>
              </a:buClr>
              <a:buFont typeface="Arial"/>
              <a:buChar char="•"/>
            </a:pPr>
            <a:r>
              <a:rPr b="0" lang="cs-CZ" sz="2400" spc="-1" strike="noStrike">
                <a:solidFill>
                  <a:srgbClr val="39464a"/>
                </a:solidFill>
                <a:latin typeface="Arial"/>
              </a:rPr>
              <a:t>How do we know if our system is in equilibrium?</a:t>
            </a:r>
            <a:endParaRPr b="0" lang="en-US" sz="2400" spc="-1" strike="noStrike">
              <a:solidFill>
                <a:srgbClr val="39464a"/>
              </a:solidFill>
              <a:latin typeface="Arial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21a9c0"/>
              </a:buClr>
              <a:buFont typeface="Arial"/>
              <a:buChar char="•"/>
            </a:pPr>
            <a:r>
              <a:rPr b="0" lang="cs-CZ" sz="2400" spc="-1" strike="noStrike">
                <a:solidFill>
                  <a:srgbClr val="39464a"/>
                </a:solidFill>
                <a:latin typeface="Arial"/>
              </a:rPr>
              <a:t>Which force field have we used for all atom simulations?</a:t>
            </a:r>
            <a:endParaRPr b="0" lang="en-US" sz="2400" spc="-1" strike="noStrike">
              <a:solidFill>
                <a:srgbClr val="39464a"/>
              </a:solidFill>
              <a:latin typeface="Arial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21a9c0"/>
              </a:buClr>
              <a:buFont typeface="Arial"/>
              <a:buChar char="•"/>
            </a:pPr>
            <a:r>
              <a:rPr b="0" lang="cs-CZ" sz="2400" spc="-1" strike="noStrike">
                <a:solidFill>
                  <a:srgbClr val="39464a"/>
                </a:solidFill>
                <a:latin typeface="Arial"/>
              </a:rPr>
              <a:t>How does the starting point of the simulation effect results?</a:t>
            </a:r>
            <a:endParaRPr b="0" lang="en-US" sz="2400" spc="-1" strike="noStrike">
              <a:solidFill>
                <a:srgbClr val="39464a"/>
              </a:solidFill>
              <a:latin typeface="Arial"/>
            </a:endParaRPr>
          </a:p>
        </p:txBody>
      </p:sp>
      <p:sp>
        <p:nvSpPr>
          <p:cNvPr id="184" name="TextShape 3"/>
          <p:cNvSpPr txBox="1"/>
          <p:nvPr/>
        </p:nvSpPr>
        <p:spPr>
          <a:xfrm>
            <a:off x="3333960" y="6408360"/>
            <a:ext cx="7886880" cy="215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r>
              <a:rPr b="0" lang="en-US" sz="1200" spc="-1" strike="noStrike">
                <a:solidFill>
                  <a:srgbClr val="7ac143"/>
                </a:solidFill>
                <a:latin typeface="Arial"/>
              </a:rPr>
              <a:t>CEITEC at Masaryk University</a:t>
            </a:r>
            <a:endParaRPr b="0" lang="en-US" sz="1200" spc="-1" strike="noStrike">
              <a:latin typeface="Times New Roman"/>
            </a:endParaRPr>
          </a:p>
        </p:txBody>
      </p:sp>
      <p:sp>
        <p:nvSpPr>
          <p:cNvPr id="185" name="TextShape 4"/>
          <p:cNvSpPr txBox="1"/>
          <p:nvPr/>
        </p:nvSpPr>
        <p:spPr>
          <a:xfrm>
            <a:off x="11221200" y="6408360"/>
            <a:ext cx="503640" cy="215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fld id="{304BA0F9-2580-4358-849D-79409FAA4E15}" type="slidenum">
              <a:rPr b="1" lang="en-US" sz="1200" spc="-1" strike="noStrike">
                <a:solidFill>
                  <a:srgbClr val="7ac143"/>
                </a:solidFill>
                <a:latin typeface="Arial"/>
              </a:rPr>
              <a:t>3</a:t>
            </a:fld>
            <a:endParaRPr b="0" lang="en-US" sz="12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TextShape 1"/>
          <p:cNvSpPr txBox="1"/>
          <p:nvPr/>
        </p:nvSpPr>
        <p:spPr>
          <a:xfrm>
            <a:off x="466560" y="365040"/>
            <a:ext cx="11258280" cy="82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</a:pPr>
            <a:r>
              <a:rPr b="0" lang="en-US" sz="3600" spc="-1" strike="noStrike">
                <a:solidFill>
                  <a:srgbClr val="21a9c0"/>
                </a:solidFill>
                <a:latin typeface="Arial"/>
              </a:rPr>
              <a:t>Alpha Fold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TextShape 2"/>
          <p:cNvSpPr txBox="1"/>
          <p:nvPr/>
        </p:nvSpPr>
        <p:spPr>
          <a:xfrm>
            <a:off x="466560" y="1523880"/>
            <a:ext cx="11258280" cy="436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rmAutofit/>
          </a:bodyPr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21a9c0"/>
              </a:buClr>
              <a:buFont typeface="Arial"/>
              <a:buChar char="•"/>
            </a:pPr>
            <a:r>
              <a:rPr b="0" lang="cs-CZ" sz="2400" spc="-1" strike="noStrike">
                <a:solidFill>
                  <a:srgbClr val="39464a"/>
                </a:solidFill>
                <a:latin typeface="Arial"/>
              </a:rPr>
              <a:t>The big deal is that we undergo a transformation from text to 3D positions</a:t>
            </a:r>
            <a:endParaRPr b="0" lang="en-US" sz="2400" spc="-1" strike="noStrike">
              <a:solidFill>
                <a:srgbClr val="39464a"/>
              </a:solidFill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endParaRPr b="0" lang="en-US" sz="2400" spc="-1" strike="noStrike">
              <a:solidFill>
                <a:srgbClr val="39464a"/>
              </a:solidFill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1" lang="cs-CZ" sz="2400" spc="-1" strike="noStrike">
                <a:solidFill>
                  <a:srgbClr val="39464a"/>
                </a:solidFill>
                <a:latin typeface="Arial"/>
                <a:ea typeface="Arial"/>
              </a:rPr>
              <a:t>MAVVKGNKDVFVCMPTGAGKSLCYQLPALLAKGITIVVSPLIALIQ...</a:t>
            </a:r>
            <a:endParaRPr b="0" lang="en-US" sz="2400" spc="-1" strike="noStrike">
              <a:solidFill>
                <a:srgbClr val="39464a"/>
              </a:solidFill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endParaRPr b="0" lang="en-US" sz="2400" spc="-1" strike="noStrike">
              <a:solidFill>
                <a:srgbClr val="39464a"/>
              </a:solidFill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endParaRPr b="0" lang="en-US" sz="2400" spc="-1" strike="noStrike">
              <a:solidFill>
                <a:srgbClr val="39464a"/>
              </a:solidFill>
              <a:latin typeface="Arial"/>
            </a:endParaRPr>
          </a:p>
        </p:txBody>
      </p:sp>
      <p:sp>
        <p:nvSpPr>
          <p:cNvPr id="188" name="TextShape 3"/>
          <p:cNvSpPr txBox="1"/>
          <p:nvPr/>
        </p:nvSpPr>
        <p:spPr>
          <a:xfrm>
            <a:off x="3333960" y="6408360"/>
            <a:ext cx="7886880" cy="215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r>
              <a:rPr b="0" lang="en-US" sz="1200" spc="-1" strike="noStrike">
                <a:solidFill>
                  <a:srgbClr val="7ac143"/>
                </a:solidFill>
                <a:latin typeface="Arial"/>
              </a:rPr>
              <a:t>CEITEC at Masaryk University</a:t>
            </a:r>
            <a:endParaRPr b="0" lang="en-US" sz="1200" spc="-1" strike="noStrike">
              <a:latin typeface="Times New Roman"/>
            </a:endParaRPr>
          </a:p>
        </p:txBody>
      </p:sp>
      <p:sp>
        <p:nvSpPr>
          <p:cNvPr id="189" name="TextShape 4"/>
          <p:cNvSpPr txBox="1"/>
          <p:nvPr/>
        </p:nvSpPr>
        <p:spPr>
          <a:xfrm>
            <a:off x="11221200" y="6408360"/>
            <a:ext cx="503640" cy="215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fld id="{DBB6BE8C-2D92-456B-8764-43D3AEC094E3}" type="slidenum">
              <a:rPr b="1" lang="en-US" sz="1200" spc="-1" strike="noStrike">
                <a:solidFill>
                  <a:srgbClr val="7ac143"/>
                </a:solidFill>
                <a:latin typeface="Arial"/>
              </a:rPr>
              <a:t>4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190" name="CustomShape 5"/>
          <p:cNvSpPr/>
          <p:nvPr/>
        </p:nvSpPr>
        <p:spPr>
          <a:xfrm>
            <a:off x="466560" y="1274040"/>
            <a:ext cx="4244400" cy="513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TextShape 1"/>
          <p:cNvSpPr txBox="1"/>
          <p:nvPr/>
        </p:nvSpPr>
        <p:spPr>
          <a:xfrm>
            <a:off x="466560" y="365040"/>
            <a:ext cx="11258280" cy="82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</a:pPr>
            <a:r>
              <a:rPr b="0" lang="en-US" sz="3600" spc="-1" strike="noStrike">
                <a:solidFill>
                  <a:srgbClr val="21a9c0"/>
                </a:solidFill>
                <a:latin typeface="Arial"/>
              </a:rPr>
              <a:t>Alpha Fold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TextShape 2"/>
          <p:cNvSpPr txBox="1"/>
          <p:nvPr/>
        </p:nvSpPr>
        <p:spPr>
          <a:xfrm>
            <a:off x="466560" y="1523880"/>
            <a:ext cx="11258280" cy="436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rmAutofit/>
          </a:bodyPr>
          <a:p>
            <a:pPr marL="228600" indent="-228240">
              <a:lnSpc>
                <a:spcPct val="150000"/>
              </a:lnSpc>
              <a:spcBef>
                <a:spcPts val="1001"/>
              </a:spcBef>
              <a:buClr>
                <a:srgbClr val="21a9c0"/>
              </a:buClr>
              <a:buFont typeface="Arial"/>
              <a:buChar char="•"/>
            </a:pPr>
            <a:r>
              <a:rPr b="0" lang="cs-CZ" sz="2400" spc="-1" strike="noStrike">
                <a:solidFill>
                  <a:srgbClr val="39464a"/>
                </a:solidFill>
                <a:latin typeface="Arial"/>
              </a:rPr>
              <a:t>Multiple Sequence Alignment (MSA)</a:t>
            </a:r>
            <a:endParaRPr b="0" lang="en-US" sz="2400" spc="-1" strike="noStrike">
              <a:solidFill>
                <a:srgbClr val="39464a"/>
              </a:solidFill>
              <a:latin typeface="Arial"/>
            </a:endParaRPr>
          </a:p>
          <a:p>
            <a:pPr lvl="1" marL="685800" indent="-228240">
              <a:lnSpc>
                <a:spcPct val="150000"/>
              </a:lnSpc>
              <a:spcBef>
                <a:spcPts val="499"/>
              </a:spcBef>
              <a:buClr>
                <a:srgbClr val="21a9c0"/>
              </a:buClr>
              <a:buFont typeface="Arial"/>
              <a:buChar char="•"/>
            </a:pPr>
            <a:r>
              <a:rPr b="0" lang="cs-CZ" sz="2000" spc="-1" strike="noStrike">
                <a:solidFill>
                  <a:srgbClr val="39464a"/>
                </a:solidFill>
                <a:latin typeface="Arial"/>
              </a:rPr>
              <a:t>Form is required for function</a:t>
            </a:r>
            <a:endParaRPr b="0" lang="en-US" sz="2000" spc="-1" strike="noStrike">
              <a:solidFill>
                <a:srgbClr val="39464a"/>
              </a:solidFill>
              <a:latin typeface="Arial"/>
            </a:endParaRPr>
          </a:p>
          <a:p>
            <a:pPr lvl="1" marL="685800" indent="-228240">
              <a:lnSpc>
                <a:spcPct val="150000"/>
              </a:lnSpc>
              <a:spcBef>
                <a:spcPts val="499"/>
              </a:spcBef>
              <a:buClr>
                <a:srgbClr val="21a9c0"/>
              </a:buClr>
              <a:buFont typeface="Arial"/>
              <a:buChar char="•"/>
            </a:pPr>
            <a:r>
              <a:rPr b="0" lang="cs-CZ" sz="2000" spc="-1" strike="noStrike">
                <a:solidFill>
                  <a:srgbClr val="39464a"/>
                </a:solidFill>
                <a:latin typeface="Arial"/>
              </a:rPr>
              <a:t>Evolution can be highly conserved</a:t>
            </a:r>
            <a:endParaRPr b="0" lang="en-US" sz="2000" spc="-1" strike="noStrike">
              <a:solidFill>
                <a:srgbClr val="39464a"/>
              </a:solidFill>
              <a:latin typeface="Arial"/>
            </a:endParaRPr>
          </a:p>
          <a:p>
            <a:pPr lvl="1" marL="685800" indent="-228240">
              <a:lnSpc>
                <a:spcPct val="150000"/>
              </a:lnSpc>
              <a:spcBef>
                <a:spcPts val="499"/>
              </a:spcBef>
              <a:buClr>
                <a:srgbClr val="21a9c0"/>
              </a:buClr>
              <a:buFont typeface="Arial"/>
              <a:buChar char="•"/>
            </a:pPr>
            <a:r>
              <a:rPr b="0" lang="cs-CZ" sz="2000" spc="-1" strike="noStrike">
                <a:solidFill>
                  <a:srgbClr val="39464a"/>
                </a:solidFill>
                <a:latin typeface="Arial"/>
              </a:rPr>
              <a:t>Sequencing is comparatively inexpensive, fast, and robust</a:t>
            </a:r>
            <a:endParaRPr b="0" lang="en-US" sz="2000" spc="-1" strike="noStrike">
              <a:solidFill>
                <a:srgbClr val="39464a"/>
              </a:solidFill>
              <a:latin typeface="Arial"/>
            </a:endParaRPr>
          </a:p>
          <a:p>
            <a:pPr marL="228600" indent="-228240">
              <a:lnSpc>
                <a:spcPct val="150000"/>
              </a:lnSpc>
              <a:spcBef>
                <a:spcPts val="1001"/>
              </a:spcBef>
              <a:buClr>
                <a:srgbClr val="21a9c0"/>
              </a:buClr>
              <a:buFont typeface="Arial"/>
              <a:buChar char="•"/>
            </a:pPr>
            <a:r>
              <a:rPr b="0" lang="cs-CZ" sz="2400" spc="-1" strike="noStrike">
                <a:solidFill>
                  <a:srgbClr val="39464a"/>
                </a:solidFill>
                <a:latin typeface="Arial"/>
              </a:rPr>
              <a:t>Templates are ignored unless MSA is small</a:t>
            </a:r>
            <a:endParaRPr b="0" lang="en-US" sz="2400" spc="-1" strike="noStrike">
              <a:solidFill>
                <a:srgbClr val="39464a"/>
              </a:solidFill>
              <a:latin typeface="Arial"/>
            </a:endParaRPr>
          </a:p>
        </p:txBody>
      </p:sp>
      <p:sp>
        <p:nvSpPr>
          <p:cNvPr id="193" name="TextShape 3"/>
          <p:cNvSpPr txBox="1"/>
          <p:nvPr/>
        </p:nvSpPr>
        <p:spPr>
          <a:xfrm>
            <a:off x="3333960" y="6408360"/>
            <a:ext cx="7886880" cy="215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r>
              <a:rPr b="0" lang="en-US" sz="1200" spc="-1" strike="noStrike">
                <a:solidFill>
                  <a:srgbClr val="7ac143"/>
                </a:solidFill>
                <a:latin typeface="Arial"/>
              </a:rPr>
              <a:t>CEITEC at Masaryk University</a:t>
            </a:r>
            <a:endParaRPr b="0" lang="en-US" sz="1200" spc="-1" strike="noStrike">
              <a:latin typeface="Times New Roman"/>
            </a:endParaRPr>
          </a:p>
        </p:txBody>
      </p:sp>
      <p:sp>
        <p:nvSpPr>
          <p:cNvPr id="194" name="TextShape 4"/>
          <p:cNvSpPr txBox="1"/>
          <p:nvPr/>
        </p:nvSpPr>
        <p:spPr>
          <a:xfrm>
            <a:off x="11221200" y="6408360"/>
            <a:ext cx="503640" cy="215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fld id="{37F33286-6821-4779-A8AE-952EF6B72BD7}" type="slidenum">
              <a:rPr b="1" lang="en-US" sz="1200" spc="-1" strike="noStrike">
                <a:solidFill>
                  <a:srgbClr val="7ac143"/>
                </a:solidFill>
                <a:latin typeface="Arial"/>
              </a:rPr>
              <a:t>5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195" name="CustomShape 5"/>
          <p:cNvSpPr/>
          <p:nvPr/>
        </p:nvSpPr>
        <p:spPr>
          <a:xfrm>
            <a:off x="466560" y="1274040"/>
            <a:ext cx="4244400" cy="513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96" name="Obrázek 6" descr="Obsah obrázku text, diagram, Písmo&#10;&#10;Popis se vygeneroval automaticky."/>
          <p:cNvPicPr/>
          <p:nvPr/>
        </p:nvPicPr>
        <p:blipFill>
          <a:blip r:embed="rId1"/>
          <a:srcRect l="0" t="0" r="62147" b="247"/>
          <a:stretch/>
        </p:blipFill>
        <p:spPr>
          <a:xfrm>
            <a:off x="8000280" y="1594080"/>
            <a:ext cx="3771000" cy="3513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TextShape 1"/>
          <p:cNvSpPr txBox="1"/>
          <p:nvPr/>
        </p:nvSpPr>
        <p:spPr>
          <a:xfrm>
            <a:off x="466560" y="365040"/>
            <a:ext cx="11258280" cy="82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</a:pPr>
            <a:r>
              <a:rPr b="0" lang="en-US" sz="3600" spc="-1" strike="noStrike">
                <a:solidFill>
                  <a:srgbClr val="21a9c0"/>
                </a:solidFill>
                <a:latin typeface="Arial"/>
              </a:rPr>
              <a:t>Alpha Fold Prediction Accuracy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TextShape 2"/>
          <p:cNvSpPr txBox="1"/>
          <p:nvPr/>
        </p:nvSpPr>
        <p:spPr>
          <a:xfrm>
            <a:off x="466560" y="1523880"/>
            <a:ext cx="6651000" cy="436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rmAutofit fontScale="91000"/>
          </a:bodyPr>
          <a:p>
            <a:pPr marL="228600" indent="-228240">
              <a:lnSpc>
                <a:spcPct val="200000"/>
              </a:lnSpc>
              <a:spcBef>
                <a:spcPts val="1001"/>
              </a:spcBef>
              <a:buClr>
                <a:srgbClr val="21a9c0"/>
              </a:buClr>
              <a:buFont typeface="Arial"/>
              <a:buChar char="•"/>
            </a:pPr>
            <a:r>
              <a:rPr b="0" lang="cs-CZ" sz="2400" spc="-1" strike="noStrike">
                <a:solidFill>
                  <a:srgbClr val="39464a"/>
                </a:solidFill>
                <a:latin typeface="Arial"/>
              </a:rPr>
              <a:t>Predicted LLDT</a:t>
            </a:r>
            <a:endParaRPr b="0" lang="en-US" sz="2400" spc="-1" strike="noStrike">
              <a:solidFill>
                <a:srgbClr val="39464a"/>
              </a:solidFill>
              <a:latin typeface="Arial"/>
            </a:endParaRPr>
          </a:p>
          <a:p>
            <a:pPr lvl="1" marL="685800" indent="-228240">
              <a:lnSpc>
                <a:spcPct val="200000"/>
              </a:lnSpc>
              <a:spcBef>
                <a:spcPts val="499"/>
              </a:spcBef>
              <a:buClr>
                <a:srgbClr val="21a9c0"/>
              </a:buClr>
              <a:buFont typeface="Arial"/>
              <a:buChar char="•"/>
            </a:pPr>
            <a:r>
              <a:rPr b="0" lang="cs-CZ" sz="2000" spc="-1" strike="noStrike">
                <a:solidFill>
                  <a:srgbClr val="39464a"/>
                </a:solidFill>
                <a:latin typeface="Arial"/>
              </a:rPr>
              <a:t>Determines the accuracy of </a:t>
            </a:r>
            <a:r>
              <a:rPr b="0" lang="cs-CZ" sz="2000" spc="-1" strike="noStrike" u="sng">
                <a:solidFill>
                  <a:srgbClr val="39464a"/>
                </a:solidFill>
                <a:uFillTx/>
                <a:latin typeface="Arial"/>
              </a:rPr>
              <a:t>local </a:t>
            </a:r>
            <a:r>
              <a:rPr b="0" lang="cs-CZ" sz="2000" spc="-1" strike="noStrike">
                <a:solidFill>
                  <a:srgbClr val="39464a"/>
                </a:solidFill>
                <a:latin typeface="Arial"/>
              </a:rPr>
              <a:t>structures</a:t>
            </a:r>
            <a:endParaRPr b="0" lang="en-US" sz="2000" spc="-1" strike="noStrike">
              <a:solidFill>
                <a:srgbClr val="39464a"/>
              </a:solidFill>
              <a:latin typeface="Arial"/>
            </a:endParaRPr>
          </a:p>
          <a:p>
            <a:pPr lvl="1" marL="685800" indent="-228240">
              <a:lnSpc>
                <a:spcPct val="200000"/>
              </a:lnSpc>
              <a:spcBef>
                <a:spcPts val="499"/>
              </a:spcBef>
              <a:buClr>
                <a:srgbClr val="21a9c0"/>
              </a:buClr>
              <a:buFont typeface="Arial"/>
              <a:buChar char="•"/>
            </a:pPr>
            <a:r>
              <a:rPr b="0" lang="cs-CZ" sz="2000" spc="-1" strike="noStrike">
                <a:solidFill>
                  <a:srgbClr val="39464a"/>
                </a:solidFill>
                <a:latin typeface="Arial"/>
              </a:rPr>
              <a:t>Recquires a reference model</a:t>
            </a:r>
            <a:endParaRPr b="0" lang="en-US" sz="2000" spc="-1" strike="noStrike">
              <a:solidFill>
                <a:srgbClr val="39464a"/>
              </a:solidFill>
              <a:latin typeface="Arial"/>
            </a:endParaRPr>
          </a:p>
          <a:p>
            <a:pPr marL="228600" indent="-228240">
              <a:lnSpc>
                <a:spcPct val="200000"/>
              </a:lnSpc>
              <a:spcBef>
                <a:spcPts val="1001"/>
              </a:spcBef>
              <a:buClr>
                <a:srgbClr val="21a9c0"/>
              </a:buClr>
              <a:buFont typeface="Arial"/>
              <a:buChar char="•"/>
            </a:pPr>
            <a:r>
              <a:rPr b="0" lang="cs-CZ" sz="2400" spc="-1" strike="noStrike">
                <a:solidFill>
                  <a:srgbClr val="39464a"/>
                </a:solidFill>
                <a:latin typeface="Arial"/>
              </a:rPr>
              <a:t>Predicted Aligned Error</a:t>
            </a:r>
            <a:endParaRPr b="0" lang="en-US" sz="2400" spc="-1" strike="noStrike">
              <a:solidFill>
                <a:srgbClr val="39464a"/>
              </a:solidFill>
              <a:latin typeface="Arial"/>
            </a:endParaRPr>
          </a:p>
          <a:p>
            <a:pPr lvl="1" marL="685800" indent="-228240">
              <a:lnSpc>
                <a:spcPct val="200000"/>
              </a:lnSpc>
              <a:spcBef>
                <a:spcPts val="499"/>
              </a:spcBef>
              <a:buClr>
                <a:srgbClr val="21a9c0"/>
              </a:buClr>
              <a:buFont typeface="Arial"/>
              <a:buChar char="•"/>
            </a:pPr>
            <a:r>
              <a:rPr b="0" lang="cs-CZ" sz="2000" spc="-1" strike="noStrike">
                <a:solidFill>
                  <a:srgbClr val="39464a"/>
                </a:solidFill>
                <a:latin typeface="Arial"/>
              </a:rPr>
              <a:t>Determines the accuracy of the relative position between pairs of residues</a:t>
            </a:r>
            <a:endParaRPr b="0" lang="en-US" sz="2000" spc="-1" strike="noStrike">
              <a:solidFill>
                <a:srgbClr val="39464a"/>
              </a:solidFill>
              <a:latin typeface="Arial"/>
            </a:endParaRPr>
          </a:p>
          <a:p>
            <a:pPr lvl="1" marL="685800" indent="-228240">
              <a:lnSpc>
                <a:spcPct val="200000"/>
              </a:lnSpc>
              <a:spcBef>
                <a:spcPts val="499"/>
              </a:spcBef>
              <a:buClr>
                <a:srgbClr val="21a9c0"/>
              </a:buClr>
              <a:buFont typeface="Arial"/>
              <a:buChar char="•"/>
            </a:pPr>
            <a:r>
              <a:rPr b="0" lang="cs-CZ" sz="2000" spc="-1" strike="noStrike">
                <a:solidFill>
                  <a:srgbClr val="39464a"/>
                </a:solidFill>
                <a:latin typeface="Arial"/>
              </a:rPr>
              <a:t>Good for exploring residues in the same domain</a:t>
            </a:r>
            <a:endParaRPr b="0" lang="en-US" sz="2000" spc="-1" strike="noStrike">
              <a:solidFill>
                <a:srgbClr val="39464a"/>
              </a:solidFill>
              <a:latin typeface="Arial"/>
            </a:endParaRPr>
          </a:p>
          <a:p>
            <a:endParaRPr b="0" lang="en-US" sz="2000" spc="-1" strike="noStrike">
              <a:solidFill>
                <a:srgbClr val="39464a"/>
              </a:solidFill>
              <a:latin typeface="Arial"/>
            </a:endParaRPr>
          </a:p>
        </p:txBody>
      </p:sp>
      <p:sp>
        <p:nvSpPr>
          <p:cNvPr id="199" name="TextShape 3"/>
          <p:cNvSpPr txBox="1"/>
          <p:nvPr/>
        </p:nvSpPr>
        <p:spPr>
          <a:xfrm>
            <a:off x="3333960" y="6408360"/>
            <a:ext cx="7886880" cy="215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r>
              <a:rPr b="0" lang="en-US" sz="1200" spc="-1" strike="noStrike">
                <a:solidFill>
                  <a:srgbClr val="7ac143"/>
                </a:solidFill>
                <a:latin typeface="Arial"/>
              </a:rPr>
              <a:t>CEITEC at Masaryk University</a:t>
            </a:r>
            <a:endParaRPr b="0" lang="en-US" sz="1200" spc="-1" strike="noStrike">
              <a:latin typeface="Times New Roman"/>
            </a:endParaRPr>
          </a:p>
        </p:txBody>
      </p:sp>
      <p:sp>
        <p:nvSpPr>
          <p:cNvPr id="200" name="TextShape 4"/>
          <p:cNvSpPr txBox="1"/>
          <p:nvPr/>
        </p:nvSpPr>
        <p:spPr>
          <a:xfrm>
            <a:off x="11221200" y="6408360"/>
            <a:ext cx="503640" cy="215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fld id="{73384F6A-179D-4E76-BEFA-42034091A14B}" type="slidenum">
              <a:rPr b="1" lang="en-US" sz="1200" spc="-1" strike="noStrike">
                <a:solidFill>
                  <a:srgbClr val="7ac143"/>
                </a:solidFill>
                <a:latin typeface="Arial"/>
              </a:rPr>
              <a:t>6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201" name="CustomShape 5"/>
          <p:cNvSpPr/>
          <p:nvPr/>
        </p:nvSpPr>
        <p:spPr>
          <a:xfrm>
            <a:off x="466560" y="1274040"/>
            <a:ext cx="4244400" cy="513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grpSp>
        <p:nvGrpSpPr>
          <p:cNvPr id="202" name="Group 6"/>
          <p:cNvGrpSpPr/>
          <p:nvPr/>
        </p:nvGrpSpPr>
        <p:grpSpPr>
          <a:xfrm>
            <a:off x="6576840" y="1525320"/>
            <a:ext cx="5402880" cy="2008800"/>
            <a:chOff x="6576840" y="1525320"/>
            <a:chExt cx="5402880" cy="2008800"/>
          </a:xfrm>
        </p:grpSpPr>
        <p:pic>
          <p:nvPicPr>
            <p:cNvPr id="203" name="Obrázek 6" descr="Obsah obrázku snímek obrazovky, kreslené&#10;&#10;Popis se vygeneroval automaticky."/>
            <p:cNvPicPr/>
            <p:nvPr/>
          </p:nvPicPr>
          <p:blipFill>
            <a:blip r:embed="rId1"/>
            <a:srcRect l="435" t="-493" r="-231" b="-390"/>
            <a:stretch/>
          </p:blipFill>
          <p:spPr>
            <a:xfrm>
              <a:off x="6576840" y="1525320"/>
              <a:ext cx="5402880" cy="200880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204" name="CustomShape 7"/>
            <p:cNvSpPr/>
            <p:nvPr/>
          </p:nvSpPr>
          <p:spPr>
            <a:xfrm>
              <a:off x="9009000" y="1525320"/>
              <a:ext cx="2968920" cy="4161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205" name="Obrázek 9" descr="Obsah obrázku text, diagram, Písmo&#10;&#10;Popis se vygeneroval automaticky."/>
          <p:cNvPicPr/>
          <p:nvPr/>
        </p:nvPicPr>
        <p:blipFill>
          <a:blip r:embed="rId2"/>
          <a:srcRect l="0" t="15495" r="45994" b="395"/>
          <a:stretch/>
        </p:blipFill>
        <p:spPr>
          <a:xfrm>
            <a:off x="7675920" y="4138920"/>
            <a:ext cx="4195800" cy="1899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TextShape 1"/>
          <p:cNvSpPr txBox="1"/>
          <p:nvPr/>
        </p:nvSpPr>
        <p:spPr>
          <a:xfrm>
            <a:off x="6172200" y="1523880"/>
            <a:ext cx="5552640" cy="436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endParaRPr b="0" lang="en-US" sz="2400" spc="-1" strike="noStrike">
              <a:solidFill>
                <a:srgbClr val="39464a"/>
              </a:solidFill>
              <a:latin typeface="Arial"/>
            </a:endParaRPr>
          </a:p>
        </p:txBody>
      </p:sp>
      <p:sp>
        <p:nvSpPr>
          <p:cNvPr id="207" name="TextShape 2"/>
          <p:cNvSpPr txBox="1"/>
          <p:nvPr/>
        </p:nvSpPr>
        <p:spPr>
          <a:xfrm>
            <a:off x="3333960" y="6408360"/>
            <a:ext cx="7886880" cy="215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r>
              <a:rPr b="0" lang="en-US" sz="1200" spc="-1" strike="noStrike">
                <a:solidFill>
                  <a:srgbClr val="7ac143"/>
                </a:solidFill>
                <a:latin typeface="Arial"/>
              </a:rPr>
              <a:t>CEITEC at Masaryk University</a:t>
            </a:r>
            <a:endParaRPr b="0" lang="en-US" sz="1200" spc="-1" strike="noStrike">
              <a:latin typeface="Times New Roman"/>
            </a:endParaRPr>
          </a:p>
        </p:txBody>
      </p:sp>
      <p:sp>
        <p:nvSpPr>
          <p:cNvPr id="208" name="TextShape 3"/>
          <p:cNvSpPr txBox="1"/>
          <p:nvPr/>
        </p:nvSpPr>
        <p:spPr>
          <a:xfrm>
            <a:off x="11221200" y="6408360"/>
            <a:ext cx="503640" cy="215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fld id="{3162F1F3-8DBF-49A8-B80A-D7E9AB783DA5}" type="slidenum">
              <a:rPr b="1" lang="en-US" sz="1200" spc="-1" strike="noStrike">
                <a:solidFill>
                  <a:srgbClr val="7ac143"/>
                </a:solidFill>
                <a:latin typeface="Arial"/>
              </a:rPr>
              <a:t>6</a:t>
            </a:fld>
            <a:endParaRPr b="0" lang="en-US" sz="1200" spc="-1" strike="noStrike">
              <a:latin typeface="Times New Roman"/>
            </a:endParaRPr>
          </a:p>
        </p:txBody>
      </p:sp>
      <p:pic>
        <p:nvPicPr>
          <p:cNvPr id="209" name="Obrázek 4" descr="Obsah obrázku text, diagram, mapa&#10;&#10;Popis se vygeneroval automaticky."/>
          <p:cNvPicPr/>
          <p:nvPr/>
        </p:nvPicPr>
        <p:blipFill>
          <a:blip r:embed="rId1"/>
          <a:srcRect l="-221" t="0" r="45554" b="46909"/>
          <a:stretch/>
        </p:blipFill>
        <p:spPr>
          <a:xfrm>
            <a:off x="2895840" y="899640"/>
            <a:ext cx="6395760" cy="5056200"/>
          </a:xfrm>
          <a:prstGeom prst="rect">
            <a:avLst/>
          </a:prstGeom>
          <a:ln w="0">
            <a:noFill/>
          </a:ln>
        </p:spPr>
      </p:pic>
      <p:sp>
        <p:nvSpPr>
          <p:cNvPr id="210" name="TextShape 4"/>
          <p:cNvSpPr txBox="1"/>
          <p:nvPr/>
        </p:nvSpPr>
        <p:spPr>
          <a:xfrm>
            <a:off x="466560" y="1523880"/>
            <a:ext cx="5552640" cy="436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endParaRPr b="0" lang="en-US" sz="2400" spc="-1" strike="noStrike">
              <a:solidFill>
                <a:srgbClr val="39464a"/>
              </a:solidFill>
              <a:latin typeface="Arial"/>
            </a:endParaRPr>
          </a:p>
        </p:txBody>
      </p:sp>
      <p:sp>
        <p:nvSpPr>
          <p:cNvPr id="211" name="TextShape 5"/>
          <p:cNvSpPr txBox="1"/>
          <p:nvPr/>
        </p:nvSpPr>
        <p:spPr>
          <a:xfrm>
            <a:off x="466560" y="365040"/>
            <a:ext cx="11258280" cy="82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TextShape 1"/>
          <p:cNvSpPr txBox="1"/>
          <p:nvPr/>
        </p:nvSpPr>
        <p:spPr>
          <a:xfrm>
            <a:off x="466560" y="365040"/>
            <a:ext cx="11258280" cy="82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</a:pPr>
            <a:r>
              <a:rPr b="0" lang="cs-CZ" sz="3600" spc="-1" strike="noStrike">
                <a:solidFill>
                  <a:srgbClr val="21a9c0"/>
                </a:solidFill>
                <a:latin typeface="Arial"/>
              </a:rPr>
              <a:t>Disorder is common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TextShape 2"/>
          <p:cNvSpPr txBox="1"/>
          <p:nvPr/>
        </p:nvSpPr>
        <p:spPr>
          <a:xfrm>
            <a:off x="466560" y="1523880"/>
            <a:ext cx="5552640" cy="436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rmAutofit/>
          </a:bodyPr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21a9c0"/>
              </a:buClr>
              <a:buFont typeface="Arial"/>
              <a:buChar char="•"/>
            </a:pPr>
            <a:r>
              <a:rPr b="0" lang="cs-CZ" sz="2400" spc="-1" strike="noStrike">
                <a:solidFill>
                  <a:srgbClr val="39464a"/>
                </a:solidFill>
                <a:latin typeface="Arial"/>
              </a:rPr>
              <a:t>Fully solved structures have few disordered regions</a:t>
            </a:r>
            <a:endParaRPr b="0" lang="en-US" sz="2400" spc="-1" strike="noStrike">
              <a:solidFill>
                <a:srgbClr val="39464a"/>
              </a:solidFill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b="0" lang="en-US" sz="2400" spc="-1" strike="noStrike">
              <a:solidFill>
                <a:srgbClr val="39464a"/>
              </a:solidFill>
              <a:latin typeface="Arial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21a9c0"/>
              </a:buClr>
              <a:buFont typeface="Arial"/>
              <a:buChar char="•"/>
            </a:pPr>
            <a:r>
              <a:rPr b="0" lang="cs-CZ" sz="2400" spc="-1" strike="noStrike">
                <a:solidFill>
                  <a:srgbClr val="39464a"/>
                </a:solidFill>
                <a:latin typeface="Arial"/>
              </a:rPr>
              <a:t>Intrinsic bias in reports/studies</a:t>
            </a:r>
            <a:endParaRPr b="0" lang="en-US" sz="2400" spc="-1" strike="noStrike">
              <a:solidFill>
                <a:srgbClr val="39464a"/>
              </a:solidFill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b="0" lang="en-US" sz="2400" spc="-1" strike="noStrike">
              <a:solidFill>
                <a:srgbClr val="39464a"/>
              </a:solidFill>
              <a:latin typeface="Arial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21a9c0"/>
              </a:buClr>
              <a:buFont typeface="Arial"/>
              <a:buChar char="•"/>
            </a:pPr>
            <a:r>
              <a:rPr b="0" lang="cs-CZ" sz="2400" spc="-1" strike="noStrike">
                <a:solidFill>
                  <a:srgbClr val="39464a"/>
                </a:solidFill>
                <a:latin typeface="Arial"/>
              </a:rPr>
              <a:t>AF predicts these extremely well</a:t>
            </a:r>
            <a:endParaRPr b="0" lang="en-US" sz="2400" spc="-1" strike="noStrike">
              <a:solidFill>
                <a:srgbClr val="39464a"/>
              </a:solidFill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cs-CZ" sz="2400" spc="-1" strike="noStrike">
                <a:solidFill>
                  <a:srgbClr val="39464a"/>
                </a:solidFill>
                <a:latin typeface="Arial"/>
              </a:rPr>
              <a:t>                         </a:t>
            </a:r>
            <a:r>
              <a:rPr b="0" lang="cs-CZ" sz="2400" spc="-1" strike="noStrike">
                <a:solidFill>
                  <a:srgbClr val="39464a"/>
                </a:solidFill>
                <a:latin typeface="Arial"/>
              </a:rPr>
              <a:t>Or</a:t>
            </a:r>
            <a:endParaRPr b="0" lang="en-US" sz="2400" spc="-1" strike="noStrike">
              <a:solidFill>
                <a:srgbClr val="39464a"/>
              </a:solidFill>
              <a:latin typeface="Arial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21a9c0"/>
              </a:buClr>
              <a:buFont typeface="Arial"/>
              <a:buChar char="•"/>
              <a:tabLst>
                <a:tab algn="l" pos="0"/>
              </a:tabLst>
            </a:pPr>
            <a:r>
              <a:rPr b="0" lang="cs-CZ" sz="2400" spc="-1" strike="noStrike">
                <a:solidFill>
                  <a:srgbClr val="39464a"/>
                </a:solidFill>
                <a:latin typeface="Arial"/>
              </a:rPr>
              <a:t>Regions that are ordered in complexes</a:t>
            </a:r>
            <a:endParaRPr b="0" lang="en-US" sz="2400" spc="-1" strike="noStrike">
              <a:solidFill>
                <a:srgbClr val="39464a"/>
              </a:solidFill>
              <a:latin typeface="Arial"/>
            </a:endParaRPr>
          </a:p>
        </p:txBody>
      </p:sp>
      <p:sp>
        <p:nvSpPr>
          <p:cNvPr id="214" name="TextShape 3"/>
          <p:cNvSpPr txBox="1"/>
          <p:nvPr/>
        </p:nvSpPr>
        <p:spPr>
          <a:xfrm>
            <a:off x="6172200" y="1523880"/>
            <a:ext cx="5552640" cy="436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endParaRPr b="0" lang="en-US" sz="2400" spc="-1" strike="noStrike">
              <a:solidFill>
                <a:srgbClr val="39464a"/>
              </a:solidFill>
              <a:latin typeface="Arial"/>
            </a:endParaRPr>
          </a:p>
        </p:txBody>
      </p:sp>
      <p:sp>
        <p:nvSpPr>
          <p:cNvPr id="215" name="TextShape 4"/>
          <p:cNvSpPr txBox="1"/>
          <p:nvPr/>
        </p:nvSpPr>
        <p:spPr>
          <a:xfrm>
            <a:off x="3333960" y="6408360"/>
            <a:ext cx="7886880" cy="215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r>
              <a:rPr b="0" lang="en-US" sz="1200" spc="-1" strike="noStrike">
                <a:solidFill>
                  <a:srgbClr val="7ac143"/>
                </a:solidFill>
                <a:latin typeface="Arial"/>
              </a:rPr>
              <a:t>CEITEC at Masaryk University</a:t>
            </a:r>
            <a:endParaRPr b="0" lang="en-US" sz="1200" spc="-1" strike="noStrike">
              <a:latin typeface="Times New Roman"/>
            </a:endParaRPr>
          </a:p>
        </p:txBody>
      </p:sp>
      <p:sp>
        <p:nvSpPr>
          <p:cNvPr id="216" name="TextShape 5"/>
          <p:cNvSpPr txBox="1"/>
          <p:nvPr/>
        </p:nvSpPr>
        <p:spPr>
          <a:xfrm>
            <a:off x="11221200" y="6408360"/>
            <a:ext cx="503640" cy="215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fld id="{CB5189A1-D485-4281-84D0-878C8CB76780}" type="slidenum">
              <a:rPr b="1" lang="en-US" sz="1200" spc="-1" strike="noStrike">
                <a:solidFill>
                  <a:srgbClr val="7ac143"/>
                </a:solidFill>
                <a:latin typeface="Arial"/>
              </a:rPr>
              <a:t>8</a:t>
            </a:fld>
            <a:endParaRPr b="0" lang="en-US" sz="1200" spc="-1" strike="noStrike">
              <a:latin typeface="Times New Roman"/>
            </a:endParaRPr>
          </a:p>
        </p:txBody>
      </p:sp>
      <p:pic>
        <p:nvPicPr>
          <p:cNvPr id="217" name="Obrázek 4" descr="Obsah obrázku text, diagram, mapa&#10;&#10;Popis se vygeneroval automaticky."/>
          <p:cNvPicPr/>
          <p:nvPr/>
        </p:nvPicPr>
        <p:blipFill>
          <a:blip r:embed="rId1"/>
          <a:stretch/>
        </p:blipFill>
        <p:spPr>
          <a:xfrm>
            <a:off x="6027840" y="1153800"/>
            <a:ext cx="5576760" cy="4543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CustomShape 1"/>
          <p:cNvSpPr/>
          <p:nvPr/>
        </p:nvSpPr>
        <p:spPr>
          <a:xfrm>
            <a:off x="5378040" y="648720"/>
            <a:ext cx="6504840" cy="54597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19" name="TextShape 2"/>
          <p:cNvSpPr txBox="1"/>
          <p:nvPr/>
        </p:nvSpPr>
        <p:spPr>
          <a:xfrm>
            <a:off x="466560" y="365040"/>
            <a:ext cx="11258280" cy="82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</a:pPr>
            <a:r>
              <a:rPr b="0" lang="cs-CZ" sz="3600" spc="-1" strike="noStrike">
                <a:solidFill>
                  <a:srgbClr val="21a9c0"/>
                </a:solidFill>
                <a:latin typeface="Arial"/>
              </a:rPr>
              <a:t>Protein CbrA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TextShape 3"/>
          <p:cNvSpPr txBox="1"/>
          <p:nvPr/>
        </p:nvSpPr>
        <p:spPr>
          <a:xfrm>
            <a:off x="466560" y="1523880"/>
            <a:ext cx="4745160" cy="436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rmAutofit/>
          </a:bodyPr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21a9c0"/>
              </a:buClr>
              <a:buFont typeface="Arial"/>
              <a:buChar char="•"/>
            </a:pPr>
            <a:r>
              <a:rPr b="0" lang="cs-CZ" sz="2400" spc="-1" strike="noStrike">
                <a:solidFill>
                  <a:srgbClr val="39464a"/>
                </a:solidFill>
                <a:latin typeface="Arial"/>
              </a:rPr>
              <a:t>How would we transfer this to MD?</a:t>
            </a:r>
            <a:endParaRPr b="0" lang="en-US" sz="2400" spc="-1" strike="noStrike">
              <a:solidFill>
                <a:srgbClr val="39464a"/>
              </a:solidFill>
              <a:latin typeface="Arial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21a9c0"/>
              </a:buClr>
              <a:buFont typeface="Arial"/>
              <a:buChar char="•"/>
            </a:pPr>
            <a:r>
              <a:rPr b="0" lang="cs-CZ" sz="2400" spc="-1" strike="noStrike">
                <a:solidFill>
                  <a:srgbClr val="39464a"/>
                </a:solidFill>
                <a:latin typeface="Arial"/>
              </a:rPr>
              <a:t>What would we see in an all atom simulation?</a:t>
            </a:r>
            <a:endParaRPr b="0" lang="en-US" sz="2400" spc="-1" strike="noStrike">
              <a:solidFill>
                <a:srgbClr val="39464a"/>
              </a:solidFill>
              <a:latin typeface="Arial"/>
            </a:endParaRPr>
          </a:p>
        </p:txBody>
      </p:sp>
      <p:sp>
        <p:nvSpPr>
          <p:cNvPr id="221" name="TextShape 4"/>
          <p:cNvSpPr txBox="1"/>
          <p:nvPr/>
        </p:nvSpPr>
        <p:spPr>
          <a:xfrm>
            <a:off x="3333960" y="6408360"/>
            <a:ext cx="7886880" cy="215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r>
              <a:rPr b="0" lang="en-US" sz="1200" spc="-1" strike="noStrike">
                <a:solidFill>
                  <a:srgbClr val="7ac143"/>
                </a:solidFill>
                <a:latin typeface="Arial"/>
              </a:rPr>
              <a:t>CEITEC at Masaryk University</a:t>
            </a:r>
            <a:endParaRPr b="0" lang="en-US" sz="1200" spc="-1" strike="noStrike">
              <a:latin typeface="Times New Roman"/>
            </a:endParaRPr>
          </a:p>
        </p:txBody>
      </p:sp>
      <p:sp>
        <p:nvSpPr>
          <p:cNvPr id="222" name="TextShape 5"/>
          <p:cNvSpPr txBox="1"/>
          <p:nvPr/>
        </p:nvSpPr>
        <p:spPr>
          <a:xfrm>
            <a:off x="11221200" y="6408360"/>
            <a:ext cx="503640" cy="215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fld id="{0130CBF8-BDC7-4653-A599-C58EBA8C55EF}" type="slidenum">
              <a:rPr b="1" lang="en-US" sz="1200" spc="-1" strike="noStrike">
                <a:solidFill>
                  <a:srgbClr val="7ac143"/>
                </a:solidFill>
                <a:latin typeface="Arial"/>
              </a:rPr>
              <a:t>9</a:t>
            </a:fld>
            <a:endParaRPr b="0" lang="en-US" sz="1200" spc="-1" strike="noStrike">
              <a:latin typeface="Times New Roman"/>
            </a:endParaRPr>
          </a:p>
        </p:txBody>
      </p:sp>
      <p:pic>
        <p:nvPicPr>
          <p:cNvPr id="223" name="Obrázek 6" descr="Obsah obrázku Grafika, umění, grafický design, design&#10;&#10;Popis se vygeneroval automaticky."/>
          <p:cNvPicPr/>
          <p:nvPr/>
        </p:nvPicPr>
        <p:blipFill>
          <a:blip r:embed="rId1"/>
          <a:stretch/>
        </p:blipFill>
        <p:spPr>
          <a:xfrm>
            <a:off x="8226720" y="273240"/>
            <a:ext cx="3479760" cy="5753520"/>
          </a:xfrm>
          <a:prstGeom prst="rect">
            <a:avLst/>
          </a:prstGeom>
          <a:ln w="0">
            <a:noFill/>
          </a:ln>
        </p:spPr>
      </p:pic>
      <p:pic>
        <p:nvPicPr>
          <p:cNvPr id="224" name="Obrázek 7" descr="Obsah obrázku text, snímek obrazovky, zelené, Barevnost&#10;&#10;Popis se vygeneroval automaticky."/>
          <p:cNvPicPr/>
          <p:nvPr/>
        </p:nvPicPr>
        <p:blipFill>
          <a:blip r:embed="rId2"/>
          <a:srcRect l="29719" t="0" r="33458" b="211"/>
          <a:stretch/>
        </p:blipFill>
        <p:spPr>
          <a:xfrm>
            <a:off x="5782320" y="2693160"/>
            <a:ext cx="2419200" cy="2939040"/>
          </a:xfrm>
          <a:prstGeom prst="rect">
            <a:avLst/>
          </a:prstGeom>
          <a:ln w="0">
            <a:noFill/>
          </a:ln>
        </p:spPr>
      </p:pic>
      <p:pic>
        <p:nvPicPr>
          <p:cNvPr id="225" name="Obrázek 8" descr="Obsah obrázku text, snímek obrazovky, Písmo&#10;&#10;Popis se vygeneroval automaticky."/>
          <p:cNvPicPr/>
          <p:nvPr/>
        </p:nvPicPr>
        <p:blipFill>
          <a:blip r:embed="rId3"/>
          <a:stretch/>
        </p:blipFill>
        <p:spPr>
          <a:xfrm>
            <a:off x="5713200" y="1041840"/>
            <a:ext cx="2742840" cy="14364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CustomShape 1"/>
          <p:cNvSpPr/>
          <p:nvPr/>
        </p:nvSpPr>
        <p:spPr>
          <a:xfrm>
            <a:off x="5378040" y="648720"/>
            <a:ext cx="6504840" cy="54597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27" name="TextShape 2"/>
          <p:cNvSpPr txBox="1"/>
          <p:nvPr/>
        </p:nvSpPr>
        <p:spPr>
          <a:xfrm>
            <a:off x="466560" y="365040"/>
            <a:ext cx="11258280" cy="82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</a:pPr>
            <a:r>
              <a:rPr b="0" lang="cs-CZ" sz="3600" spc="-1" strike="noStrike">
                <a:solidFill>
                  <a:srgbClr val="21a9c0"/>
                </a:solidFill>
                <a:latin typeface="Arial"/>
              </a:rPr>
              <a:t>Protein FUS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TextShape 3"/>
          <p:cNvSpPr txBox="1"/>
          <p:nvPr/>
        </p:nvSpPr>
        <p:spPr>
          <a:xfrm>
            <a:off x="466560" y="1523880"/>
            <a:ext cx="4745160" cy="436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rmAutofit/>
          </a:bodyPr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21a9c0"/>
              </a:buClr>
              <a:buFont typeface="Arial"/>
              <a:buChar char="•"/>
            </a:pPr>
            <a:r>
              <a:rPr b="0" lang="cs-CZ" sz="2400" spc="-1" strike="noStrike">
                <a:solidFill>
                  <a:srgbClr val="39464a"/>
                </a:solidFill>
                <a:latin typeface="Arial"/>
              </a:rPr>
              <a:t>How would we transfer this to MD?</a:t>
            </a:r>
            <a:endParaRPr b="0" lang="en-US" sz="2400" spc="-1" strike="noStrike">
              <a:solidFill>
                <a:srgbClr val="39464a"/>
              </a:solidFill>
              <a:latin typeface="Arial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21a9c0"/>
              </a:buClr>
              <a:buFont typeface="Arial"/>
              <a:buChar char="•"/>
            </a:pPr>
            <a:r>
              <a:rPr b="0" lang="cs-CZ" sz="2400" spc="-1" strike="noStrike">
                <a:solidFill>
                  <a:srgbClr val="39464a"/>
                </a:solidFill>
                <a:latin typeface="Arial"/>
              </a:rPr>
              <a:t>What would we see in an all atom simulation?</a:t>
            </a:r>
            <a:endParaRPr b="0" lang="en-US" sz="2400" spc="-1" strike="noStrike">
              <a:solidFill>
                <a:srgbClr val="39464a"/>
              </a:solidFill>
              <a:latin typeface="Arial"/>
            </a:endParaRPr>
          </a:p>
        </p:txBody>
      </p:sp>
      <p:sp>
        <p:nvSpPr>
          <p:cNvPr id="229" name="TextShape 4"/>
          <p:cNvSpPr txBox="1"/>
          <p:nvPr/>
        </p:nvSpPr>
        <p:spPr>
          <a:xfrm>
            <a:off x="3333960" y="6408360"/>
            <a:ext cx="7886880" cy="215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r>
              <a:rPr b="0" lang="en-US" sz="1200" spc="-1" strike="noStrike">
                <a:solidFill>
                  <a:srgbClr val="7ac143"/>
                </a:solidFill>
                <a:latin typeface="Arial"/>
              </a:rPr>
              <a:t>CEITEC at Masaryk University</a:t>
            </a:r>
            <a:endParaRPr b="0" lang="en-US" sz="1200" spc="-1" strike="noStrike">
              <a:latin typeface="Times New Roman"/>
            </a:endParaRPr>
          </a:p>
        </p:txBody>
      </p:sp>
      <p:sp>
        <p:nvSpPr>
          <p:cNvPr id="230" name="TextShape 5"/>
          <p:cNvSpPr txBox="1"/>
          <p:nvPr/>
        </p:nvSpPr>
        <p:spPr>
          <a:xfrm>
            <a:off x="11221200" y="6408360"/>
            <a:ext cx="503640" cy="215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fld id="{84566410-A6BA-415A-BFB7-7B5DBD13A04D}" type="slidenum">
              <a:rPr b="1" lang="en-US" sz="1200" spc="-1" strike="noStrike">
                <a:solidFill>
                  <a:srgbClr val="7ac143"/>
                </a:solidFill>
                <a:latin typeface="Arial"/>
              </a:rPr>
              <a:t>10</a:t>
            </a:fld>
            <a:endParaRPr b="0" lang="en-US" sz="1200" spc="-1" strike="noStrike">
              <a:latin typeface="Times New Roman"/>
            </a:endParaRPr>
          </a:p>
        </p:txBody>
      </p:sp>
      <p:pic>
        <p:nvPicPr>
          <p:cNvPr id="231" name="Obrázek 4" descr="Obsah obrázku text, snímek obrazovky, řada/pruh, diagram&#10;&#10;Popis se vygeneroval automaticky."/>
          <p:cNvPicPr/>
          <p:nvPr/>
        </p:nvPicPr>
        <p:blipFill>
          <a:blip r:embed="rId1"/>
          <a:stretch/>
        </p:blipFill>
        <p:spPr>
          <a:xfrm>
            <a:off x="5716440" y="2709720"/>
            <a:ext cx="2742840" cy="2904840"/>
          </a:xfrm>
          <a:prstGeom prst="rect">
            <a:avLst/>
          </a:prstGeom>
          <a:ln w="0">
            <a:noFill/>
          </a:ln>
        </p:spPr>
      </p:pic>
      <p:pic>
        <p:nvPicPr>
          <p:cNvPr id="232" name="Obrázek 8" descr="Obsah obrázku text, snímek obrazovky, Písmo&#10;&#10;Popis se vygeneroval automaticky."/>
          <p:cNvPicPr/>
          <p:nvPr/>
        </p:nvPicPr>
        <p:blipFill>
          <a:blip r:embed="rId2"/>
          <a:stretch/>
        </p:blipFill>
        <p:spPr>
          <a:xfrm>
            <a:off x="5713200" y="1041840"/>
            <a:ext cx="2742840" cy="1436400"/>
          </a:xfrm>
          <a:prstGeom prst="rect">
            <a:avLst/>
          </a:prstGeom>
          <a:ln w="0">
            <a:noFill/>
          </a:ln>
        </p:spPr>
      </p:pic>
      <p:pic>
        <p:nvPicPr>
          <p:cNvPr id="233" name="Obrázek 3" descr="Obsah obrázku umění, Grafika&#10;&#10;Popis se vygeneroval automaticky."/>
          <p:cNvPicPr/>
          <p:nvPr/>
        </p:nvPicPr>
        <p:blipFill>
          <a:blip r:embed="rId3"/>
          <a:stretch/>
        </p:blipFill>
        <p:spPr>
          <a:xfrm rot="15900000">
            <a:off x="7700400" y="1358640"/>
            <a:ext cx="4712400" cy="38682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CustomShape 1"/>
          <p:cNvSpPr/>
          <p:nvPr/>
        </p:nvSpPr>
        <p:spPr>
          <a:xfrm>
            <a:off x="5378040" y="648720"/>
            <a:ext cx="6504840" cy="54597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35" name="TextShape 2"/>
          <p:cNvSpPr txBox="1"/>
          <p:nvPr/>
        </p:nvSpPr>
        <p:spPr>
          <a:xfrm>
            <a:off x="466560" y="365040"/>
            <a:ext cx="11258280" cy="82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</a:pPr>
            <a:r>
              <a:rPr b="0" lang="cs-CZ" sz="3600" spc="-1" strike="noStrike">
                <a:solidFill>
                  <a:srgbClr val="21a9c0"/>
                </a:solidFill>
                <a:latin typeface="Arial"/>
              </a:rPr>
              <a:t>Protein RECQL5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TextShape 3"/>
          <p:cNvSpPr txBox="1"/>
          <p:nvPr/>
        </p:nvSpPr>
        <p:spPr>
          <a:xfrm>
            <a:off x="466560" y="1523880"/>
            <a:ext cx="4745160" cy="436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rmAutofit/>
          </a:bodyPr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21a9c0"/>
              </a:buClr>
              <a:buFont typeface="Arial"/>
              <a:buChar char="•"/>
            </a:pPr>
            <a:r>
              <a:rPr b="0" lang="cs-CZ" sz="2400" spc="-1" strike="noStrike">
                <a:solidFill>
                  <a:srgbClr val="39464a"/>
                </a:solidFill>
                <a:latin typeface="Arial"/>
              </a:rPr>
              <a:t>How would we transfer this to MD?</a:t>
            </a:r>
            <a:endParaRPr b="0" lang="en-US" sz="2400" spc="-1" strike="noStrike">
              <a:solidFill>
                <a:srgbClr val="39464a"/>
              </a:solidFill>
              <a:latin typeface="Arial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21a9c0"/>
              </a:buClr>
              <a:buFont typeface="Arial"/>
              <a:buChar char="•"/>
            </a:pPr>
            <a:r>
              <a:rPr b="0" lang="cs-CZ" sz="2400" spc="-1" strike="noStrike">
                <a:solidFill>
                  <a:srgbClr val="39464a"/>
                </a:solidFill>
                <a:latin typeface="Arial"/>
              </a:rPr>
              <a:t>What would we see in an all atom simulation?</a:t>
            </a:r>
            <a:endParaRPr b="0" lang="en-US" sz="2400" spc="-1" strike="noStrike">
              <a:solidFill>
                <a:srgbClr val="39464a"/>
              </a:solidFill>
              <a:latin typeface="Arial"/>
            </a:endParaRPr>
          </a:p>
        </p:txBody>
      </p:sp>
      <p:sp>
        <p:nvSpPr>
          <p:cNvPr id="237" name="TextShape 4"/>
          <p:cNvSpPr txBox="1"/>
          <p:nvPr/>
        </p:nvSpPr>
        <p:spPr>
          <a:xfrm>
            <a:off x="3333960" y="6408360"/>
            <a:ext cx="7886880" cy="215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r>
              <a:rPr b="0" lang="en-US" sz="1200" spc="-1" strike="noStrike">
                <a:solidFill>
                  <a:srgbClr val="7ac143"/>
                </a:solidFill>
                <a:latin typeface="Arial"/>
              </a:rPr>
              <a:t>CEITEC at Masaryk University</a:t>
            </a:r>
            <a:endParaRPr b="0" lang="en-US" sz="1200" spc="-1" strike="noStrike">
              <a:latin typeface="Times New Roman"/>
            </a:endParaRPr>
          </a:p>
        </p:txBody>
      </p:sp>
      <p:sp>
        <p:nvSpPr>
          <p:cNvPr id="238" name="TextShape 5"/>
          <p:cNvSpPr txBox="1"/>
          <p:nvPr/>
        </p:nvSpPr>
        <p:spPr>
          <a:xfrm>
            <a:off x="11221200" y="6408360"/>
            <a:ext cx="503640" cy="215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fld id="{C8FDE9D6-1C70-4282-B7A5-54441B43989D}" type="slidenum">
              <a:rPr b="1" lang="en-US" sz="1200" spc="-1" strike="noStrike">
                <a:solidFill>
                  <a:srgbClr val="7ac143"/>
                </a:solidFill>
                <a:latin typeface="Arial"/>
              </a:rPr>
              <a:t>11</a:t>
            </a:fld>
            <a:endParaRPr b="0" lang="en-US" sz="1200" spc="-1" strike="noStrike">
              <a:latin typeface="Times New Roman"/>
            </a:endParaRPr>
          </a:p>
        </p:txBody>
      </p:sp>
      <p:pic>
        <p:nvPicPr>
          <p:cNvPr id="239" name="Obrázek 8" descr="Obsah obrázku text, snímek obrazovky, Písmo&#10;&#10;Popis se vygeneroval automaticky."/>
          <p:cNvPicPr/>
          <p:nvPr/>
        </p:nvPicPr>
        <p:blipFill>
          <a:blip r:embed="rId1"/>
          <a:stretch/>
        </p:blipFill>
        <p:spPr>
          <a:xfrm>
            <a:off x="5713200" y="1041840"/>
            <a:ext cx="2742840" cy="1436400"/>
          </a:xfrm>
          <a:prstGeom prst="rect">
            <a:avLst/>
          </a:prstGeom>
          <a:ln w="0">
            <a:noFill/>
          </a:ln>
        </p:spPr>
      </p:pic>
      <p:pic>
        <p:nvPicPr>
          <p:cNvPr id="240" name="Obrázek 5" descr="Obsah obrázku mapa, umění, Grafika&#10;&#10;Popis se vygeneroval automaticky."/>
          <p:cNvPicPr/>
          <p:nvPr/>
        </p:nvPicPr>
        <p:blipFill>
          <a:blip r:embed="rId2"/>
          <a:stretch/>
        </p:blipFill>
        <p:spPr>
          <a:xfrm>
            <a:off x="8304480" y="1197720"/>
            <a:ext cx="3735000" cy="4275360"/>
          </a:xfrm>
          <a:prstGeom prst="rect">
            <a:avLst/>
          </a:prstGeom>
          <a:ln w="0">
            <a:noFill/>
          </a:ln>
        </p:spPr>
      </p:pic>
      <p:pic>
        <p:nvPicPr>
          <p:cNvPr id="241" name="Obrázek 6" descr="Obsah obrázku snímek obrazovky, text, řada/pruh, diagram&#10;&#10;Popis se vygeneroval automaticky."/>
          <p:cNvPicPr/>
          <p:nvPr/>
        </p:nvPicPr>
        <p:blipFill>
          <a:blip r:embed="rId3"/>
          <a:stretch/>
        </p:blipFill>
        <p:spPr>
          <a:xfrm>
            <a:off x="5716440" y="2781360"/>
            <a:ext cx="2742840" cy="2904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TextShape 1"/>
          <p:cNvSpPr txBox="1"/>
          <p:nvPr/>
        </p:nvSpPr>
        <p:spPr>
          <a:xfrm>
            <a:off x="466560" y="365040"/>
            <a:ext cx="11258280" cy="82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</a:pPr>
            <a:r>
              <a:rPr b="0" lang="cs-CZ" sz="3600" spc="-1" strike="noStrike">
                <a:solidFill>
                  <a:srgbClr val="21a9c0"/>
                </a:solidFill>
                <a:latin typeface="Arial"/>
              </a:rPr>
              <a:t>Alpha Fold Tips/Tricks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TextShape 2"/>
          <p:cNvSpPr txBox="1"/>
          <p:nvPr/>
        </p:nvSpPr>
        <p:spPr>
          <a:xfrm>
            <a:off x="3333960" y="6408360"/>
            <a:ext cx="7886880" cy="215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r>
              <a:rPr b="0" lang="en-US" sz="1200" spc="-1" strike="noStrike">
                <a:solidFill>
                  <a:srgbClr val="7ac143"/>
                </a:solidFill>
                <a:latin typeface="Arial"/>
              </a:rPr>
              <a:t>CEITEC at Masaryk University</a:t>
            </a:r>
            <a:endParaRPr b="0" lang="en-US" sz="1200" spc="-1" strike="noStrike">
              <a:latin typeface="Times New Roman"/>
            </a:endParaRPr>
          </a:p>
        </p:txBody>
      </p:sp>
      <p:sp>
        <p:nvSpPr>
          <p:cNvPr id="244" name="TextShape 3"/>
          <p:cNvSpPr txBox="1"/>
          <p:nvPr/>
        </p:nvSpPr>
        <p:spPr>
          <a:xfrm>
            <a:off x="11221200" y="6408360"/>
            <a:ext cx="503640" cy="215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fld id="{0FAA6F5B-E5F7-428D-8BA8-3284AC80B82D}" type="slidenum">
              <a:rPr b="1" lang="en-US" sz="1200" spc="-1" strike="noStrike">
                <a:solidFill>
                  <a:srgbClr val="7ac143"/>
                </a:solidFill>
                <a:latin typeface="Arial"/>
              </a:rPr>
              <a:t>11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245" name="TextShape 4"/>
          <p:cNvSpPr txBox="1"/>
          <p:nvPr/>
        </p:nvSpPr>
        <p:spPr>
          <a:xfrm>
            <a:off x="466560" y="1523880"/>
            <a:ext cx="11258640" cy="436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rmAutofit/>
          </a:bodyPr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21a9c0"/>
              </a:buClr>
              <a:buFont typeface="Arial"/>
              <a:buChar char="•"/>
            </a:pPr>
            <a:r>
              <a:rPr b="0" lang="cs-CZ" sz="2400" spc="-1" strike="noStrike">
                <a:solidFill>
                  <a:srgbClr val="39464a"/>
                </a:solidFill>
                <a:latin typeface="Arial"/>
              </a:rPr>
              <a:t>Structure predictions can be recycled</a:t>
            </a:r>
            <a:endParaRPr b="0" lang="en-US" sz="2400" spc="-1" strike="noStrike">
              <a:solidFill>
                <a:srgbClr val="39464a"/>
              </a:solidFill>
              <a:latin typeface="Arial"/>
            </a:endParaRPr>
          </a:p>
          <a:p>
            <a:pPr lvl="1" marL="685800" indent="-228240">
              <a:lnSpc>
                <a:spcPct val="90000"/>
              </a:lnSpc>
              <a:spcBef>
                <a:spcPts val="499"/>
              </a:spcBef>
              <a:buClr>
                <a:srgbClr val="21a9c0"/>
              </a:buClr>
              <a:buFont typeface="Courier New"/>
              <a:buChar char="o"/>
            </a:pPr>
            <a:r>
              <a:rPr b="0" lang="cs-CZ" sz="2000" spc="-1" strike="noStrike">
                <a:solidFill>
                  <a:srgbClr val="39464a"/>
                </a:solidFill>
                <a:latin typeface="Arial"/>
              </a:rPr>
              <a:t>Alpha-Fold has 3 recycle steps</a:t>
            </a:r>
            <a:endParaRPr b="0" lang="en-US" sz="2000" spc="-1" strike="noStrike">
              <a:solidFill>
                <a:srgbClr val="39464a"/>
              </a:solidFill>
              <a:latin typeface="Arial"/>
            </a:endParaRPr>
          </a:p>
          <a:p>
            <a:pPr lvl="1" marL="685800" indent="-228240">
              <a:lnSpc>
                <a:spcPct val="90000"/>
              </a:lnSpc>
              <a:spcBef>
                <a:spcPts val="499"/>
              </a:spcBef>
              <a:buClr>
                <a:srgbClr val="21a9c0"/>
              </a:buClr>
              <a:buFont typeface="Courier New"/>
              <a:buChar char="o"/>
            </a:pPr>
            <a:r>
              <a:rPr b="0" lang="cs-CZ" sz="2000" spc="-1" strike="noStrike">
                <a:solidFill>
                  <a:srgbClr val="39464a"/>
                </a:solidFill>
                <a:latin typeface="Arial"/>
              </a:rPr>
              <a:t>More may increase accuracy</a:t>
            </a:r>
            <a:endParaRPr b="0" lang="en-US" sz="2000" spc="-1" strike="noStrike">
              <a:solidFill>
                <a:srgbClr val="39464a"/>
              </a:solidFill>
              <a:latin typeface="Arial"/>
            </a:endParaRPr>
          </a:p>
          <a:p>
            <a:endParaRPr b="0" lang="en-US" sz="2000" spc="-1" strike="noStrike">
              <a:solidFill>
                <a:srgbClr val="39464a"/>
              </a:solidFill>
              <a:latin typeface="Arial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21a9c0"/>
              </a:buClr>
              <a:buFont typeface="Arial"/>
              <a:buChar char="•"/>
            </a:pPr>
            <a:r>
              <a:rPr b="0" lang="cs-CZ" sz="2400" spc="-1" strike="noStrike">
                <a:solidFill>
                  <a:srgbClr val="39464a"/>
                </a:solidFill>
                <a:latin typeface="Arial"/>
              </a:rPr>
              <a:t>Sequences can be connected</a:t>
            </a:r>
            <a:endParaRPr b="0" lang="en-US" sz="2400" spc="-1" strike="noStrike">
              <a:solidFill>
                <a:srgbClr val="39464a"/>
              </a:solidFill>
              <a:latin typeface="Arial"/>
            </a:endParaRPr>
          </a:p>
          <a:p>
            <a:pPr lvl="1" marL="685800" indent="-228240">
              <a:lnSpc>
                <a:spcPct val="90000"/>
              </a:lnSpc>
              <a:spcBef>
                <a:spcPts val="499"/>
              </a:spcBef>
              <a:buClr>
                <a:srgbClr val="21a9c0"/>
              </a:buClr>
              <a:buFont typeface="Courier New"/>
              <a:buChar char="o"/>
            </a:pPr>
            <a:r>
              <a:rPr b="0" lang="cs-CZ" sz="2000" spc="-1" strike="noStrike">
                <a:solidFill>
                  <a:srgbClr val="39464a"/>
                </a:solidFill>
                <a:latin typeface="Arial"/>
              </a:rPr>
              <a:t>Protein-protein interactions</a:t>
            </a:r>
            <a:endParaRPr b="0" lang="en-US" sz="2000" spc="-1" strike="noStrike">
              <a:solidFill>
                <a:srgbClr val="39464a"/>
              </a:solidFill>
              <a:latin typeface="Arial"/>
            </a:endParaRPr>
          </a:p>
          <a:p>
            <a:endParaRPr b="0" lang="en-US" sz="2000" spc="-1" strike="noStrike">
              <a:solidFill>
                <a:srgbClr val="39464a"/>
              </a:solidFill>
              <a:latin typeface="Arial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21a9c0"/>
              </a:buClr>
              <a:buFont typeface="Arial"/>
              <a:buChar char="•"/>
            </a:pPr>
            <a:r>
              <a:rPr b="0" lang="cs-CZ" sz="2400" spc="-1" strike="noStrike">
                <a:solidFill>
                  <a:srgbClr val="39464a"/>
                </a:solidFill>
                <a:latin typeface="Arial"/>
              </a:rPr>
              <a:t>You can add in your own MSA</a:t>
            </a:r>
            <a:endParaRPr b="0" lang="en-US" sz="2400" spc="-1" strike="noStrike">
              <a:solidFill>
                <a:srgbClr val="39464a"/>
              </a:solidFill>
              <a:latin typeface="Arial"/>
            </a:endParaRPr>
          </a:p>
          <a:p>
            <a:endParaRPr b="0" lang="en-US" sz="2400" spc="-1" strike="noStrike">
              <a:solidFill>
                <a:srgbClr val="39464a"/>
              </a:solidFill>
              <a:latin typeface="Arial"/>
            </a:endParaRPr>
          </a:p>
          <a:p>
            <a:endParaRPr b="0" lang="en-US" sz="2400" spc="-1" strike="noStrike">
              <a:solidFill>
                <a:srgbClr val="39464a"/>
              </a:solidFill>
              <a:latin typeface="Arial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21a9c0"/>
              </a:buClr>
              <a:buFont typeface="Arial"/>
              <a:buChar char="•"/>
            </a:pPr>
            <a:r>
              <a:rPr b="0" lang="cs-CZ" sz="2400" spc="-1" strike="noStrike">
                <a:solidFill>
                  <a:srgbClr val="39464a"/>
                </a:solidFill>
                <a:latin typeface="Arial"/>
              </a:rPr>
              <a:t>Uses amber to relax chemical bonds</a:t>
            </a:r>
            <a:endParaRPr b="0" lang="en-US" sz="2400" spc="-1" strike="noStrike">
              <a:solidFill>
                <a:srgbClr val="39464a"/>
              </a:solidFill>
              <a:latin typeface="Arial"/>
            </a:endParaRPr>
          </a:p>
          <a:p>
            <a:endParaRPr b="0" lang="en-US" sz="2400" spc="-1" strike="noStrike">
              <a:solidFill>
                <a:srgbClr val="39464a"/>
              </a:solidFill>
              <a:latin typeface="Arial"/>
            </a:endParaRPr>
          </a:p>
        </p:txBody>
      </p:sp>
      <p:pic>
        <p:nvPicPr>
          <p:cNvPr id="246" name="Picture 8" descr="A close-up of several colorful structures&#10;&#10;Description automatically generated"/>
          <p:cNvPicPr/>
          <p:nvPr/>
        </p:nvPicPr>
        <p:blipFill>
          <a:blip r:embed="rId1"/>
          <a:stretch/>
        </p:blipFill>
        <p:spPr>
          <a:xfrm>
            <a:off x="5964480" y="1820880"/>
            <a:ext cx="6044400" cy="3429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TextShape 1"/>
          <p:cNvSpPr txBox="1"/>
          <p:nvPr/>
        </p:nvSpPr>
        <p:spPr>
          <a:xfrm>
            <a:off x="466560" y="365040"/>
            <a:ext cx="11258280" cy="82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</a:pPr>
            <a:r>
              <a:rPr b="0" lang="cs-CZ" sz="3600" spc="-1" strike="noStrike">
                <a:solidFill>
                  <a:srgbClr val="21a9c0"/>
                </a:solidFill>
                <a:latin typeface="Arial"/>
              </a:rPr>
              <a:t>Review </a:t>
            </a:r>
            <a:r>
              <a:rPr b="0" lang="cs-CZ" sz="2400" spc="-1" strike="noStrike">
                <a:solidFill>
                  <a:srgbClr val="21a9c0"/>
                </a:solidFill>
                <a:latin typeface="Arial"/>
              </a:rPr>
              <a:t>(not covered)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TextShape 2"/>
          <p:cNvSpPr txBox="1"/>
          <p:nvPr/>
        </p:nvSpPr>
        <p:spPr>
          <a:xfrm>
            <a:off x="466560" y="1523880"/>
            <a:ext cx="11258280" cy="436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rmAutofit/>
          </a:bodyPr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21a9c0"/>
              </a:buClr>
              <a:buFont typeface="Arial"/>
              <a:buChar char="•"/>
            </a:pPr>
            <a:r>
              <a:rPr b="0" lang="cs-CZ" sz="2400" spc="-1" strike="noStrike">
                <a:solidFill>
                  <a:srgbClr val="39464a"/>
                </a:solidFill>
                <a:latin typeface="Arial"/>
              </a:rPr>
              <a:t>What's the biggest computational expense when simulating a protein?</a:t>
            </a:r>
            <a:endParaRPr b="0" lang="en-US" sz="2400" spc="-1" strike="noStrike">
              <a:solidFill>
                <a:srgbClr val="39464a"/>
              </a:solidFill>
              <a:latin typeface="Arial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21a9c0"/>
              </a:buClr>
              <a:buFont typeface="Arial"/>
              <a:buChar char="•"/>
            </a:pPr>
            <a:r>
              <a:rPr b="0" lang="cs-CZ" sz="2400" spc="-1" strike="noStrike">
                <a:solidFill>
                  <a:srgbClr val="39464a"/>
                </a:solidFill>
                <a:latin typeface="Arial"/>
              </a:rPr>
              <a:t>Name one weakness in Alpha Fold.</a:t>
            </a:r>
            <a:endParaRPr b="0" lang="en-US" sz="2400" spc="-1" strike="noStrike">
              <a:solidFill>
                <a:srgbClr val="39464a"/>
              </a:solidFill>
              <a:latin typeface="Arial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21a9c0"/>
              </a:buClr>
              <a:buFont typeface="Arial"/>
              <a:buChar char="•"/>
            </a:pPr>
            <a:r>
              <a:rPr b="0" lang="cs-CZ" sz="2400" spc="-1" strike="noStrike">
                <a:solidFill>
                  <a:srgbClr val="39464a"/>
                </a:solidFill>
                <a:latin typeface="Arial"/>
              </a:rPr>
              <a:t>Why does Alpha Fold use amber?</a:t>
            </a:r>
            <a:endParaRPr b="0" lang="en-US" sz="2400" spc="-1" strike="noStrike">
              <a:solidFill>
                <a:srgbClr val="39464a"/>
              </a:solidFill>
              <a:latin typeface="Arial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21a9c0"/>
              </a:buClr>
              <a:buFont typeface="Arial"/>
              <a:buChar char="•"/>
            </a:pPr>
            <a:r>
              <a:rPr b="0" lang="cs-CZ" sz="2400" spc="-1" strike="noStrike">
                <a:solidFill>
                  <a:srgbClr val="39464a"/>
                </a:solidFill>
                <a:latin typeface="Arial"/>
              </a:rPr>
              <a:t>What is PLDDT based on?</a:t>
            </a:r>
            <a:endParaRPr b="0" lang="en-US" sz="2400" spc="-1" strike="noStrike">
              <a:solidFill>
                <a:srgbClr val="39464a"/>
              </a:solidFill>
              <a:latin typeface="Arial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21a9c0"/>
              </a:buClr>
              <a:buFont typeface="Arial"/>
              <a:buChar char="•"/>
            </a:pPr>
            <a:r>
              <a:rPr b="0" lang="cs-CZ" sz="2400" spc="-1" strike="noStrike">
                <a:solidFill>
                  <a:srgbClr val="39464a"/>
                </a:solidFill>
                <a:latin typeface="Arial"/>
              </a:rPr>
              <a:t>What is PAE based on?</a:t>
            </a:r>
            <a:endParaRPr b="0" lang="en-US" sz="2400" spc="-1" strike="noStrike">
              <a:solidFill>
                <a:srgbClr val="39464a"/>
              </a:solidFill>
              <a:latin typeface="Arial"/>
            </a:endParaRPr>
          </a:p>
        </p:txBody>
      </p:sp>
      <p:sp>
        <p:nvSpPr>
          <p:cNvPr id="249" name="TextShape 3"/>
          <p:cNvSpPr txBox="1"/>
          <p:nvPr/>
        </p:nvSpPr>
        <p:spPr>
          <a:xfrm>
            <a:off x="3333960" y="6408360"/>
            <a:ext cx="7886880" cy="215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r>
              <a:rPr b="0" lang="en-US" sz="1200" spc="-1" strike="noStrike">
                <a:solidFill>
                  <a:srgbClr val="7ac143"/>
                </a:solidFill>
                <a:latin typeface="Arial"/>
              </a:rPr>
              <a:t>CEITEC at Masaryk University</a:t>
            </a:r>
            <a:endParaRPr b="0" lang="en-US" sz="1200" spc="-1" strike="noStrike">
              <a:latin typeface="Times New Roman"/>
            </a:endParaRPr>
          </a:p>
        </p:txBody>
      </p:sp>
      <p:sp>
        <p:nvSpPr>
          <p:cNvPr id="250" name="TextShape 4"/>
          <p:cNvSpPr txBox="1"/>
          <p:nvPr/>
        </p:nvSpPr>
        <p:spPr>
          <a:xfrm>
            <a:off x="11221200" y="6408360"/>
            <a:ext cx="503640" cy="215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fld id="{6F41BCD6-BF61-4C1E-98B2-F15CEC248FDF}" type="slidenum">
              <a:rPr b="1" lang="en-US" sz="1200" spc="-1" strike="noStrike">
                <a:solidFill>
                  <a:srgbClr val="7ac143"/>
                </a:solidFill>
                <a:latin typeface="Arial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TextShape 1"/>
          <p:cNvSpPr txBox="1"/>
          <p:nvPr/>
        </p:nvSpPr>
        <p:spPr>
          <a:xfrm>
            <a:off x="3333960" y="6408360"/>
            <a:ext cx="7886880" cy="215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r>
              <a:rPr b="0" lang="en-US" sz="1200" spc="-1" strike="noStrike">
                <a:solidFill>
                  <a:srgbClr val="7ac143"/>
                </a:solidFill>
                <a:latin typeface="Arial"/>
              </a:rPr>
              <a:t>CEITEC at Masaryk University</a:t>
            </a:r>
            <a:endParaRPr b="0" lang="en-US" sz="1200" spc="-1" strike="noStrike">
              <a:latin typeface="Times New Roman"/>
            </a:endParaRPr>
          </a:p>
        </p:txBody>
      </p:sp>
      <p:sp>
        <p:nvSpPr>
          <p:cNvPr id="252" name="TextShape 2"/>
          <p:cNvSpPr txBox="1"/>
          <p:nvPr/>
        </p:nvSpPr>
        <p:spPr>
          <a:xfrm>
            <a:off x="11221200" y="6408360"/>
            <a:ext cx="503640" cy="215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fld id="{4ABE3F54-3FC3-4253-BC06-DB6C402DBAED}" type="slidenum">
              <a:rPr b="1" lang="en-US" sz="1200" spc="-1" strike="noStrike">
                <a:solidFill>
                  <a:srgbClr val="7ac143"/>
                </a:solidFill>
                <a:latin typeface="Arial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253" name="TextShape 3"/>
          <p:cNvSpPr txBox="1"/>
          <p:nvPr/>
        </p:nvSpPr>
        <p:spPr>
          <a:xfrm>
            <a:off x="0" y="3009960"/>
            <a:ext cx="11258280" cy="82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lnSpc>
                <a:spcPct val="90000"/>
              </a:lnSpc>
            </a:pPr>
            <a:r>
              <a:rPr b="0" lang="en-US" sz="3600" spc="-1" strike="noStrike">
                <a:solidFill>
                  <a:srgbClr val="21a9c0"/>
                </a:solidFill>
                <a:latin typeface="Arial"/>
              </a:rPr>
              <a:t>What is the relevance for MD?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TextShape 1"/>
          <p:cNvSpPr txBox="1"/>
          <p:nvPr/>
        </p:nvSpPr>
        <p:spPr>
          <a:xfrm>
            <a:off x="466560" y="365040"/>
            <a:ext cx="11258280" cy="82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</a:pPr>
            <a:r>
              <a:rPr b="0" lang="en-US" sz="3600" spc="-1" strike="noStrike">
                <a:solidFill>
                  <a:srgbClr val="21a9c0"/>
                </a:solidFill>
                <a:latin typeface="Arial"/>
              </a:rPr>
              <a:t>Coarse Grained Simulations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TextShape 2"/>
          <p:cNvSpPr txBox="1"/>
          <p:nvPr/>
        </p:nvSpPr>
        <p:spPr>
          <a:xfrm>
            <a:off x="466560" y="1523880"/>
            <a:ext cx="11258280" cy="436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rmAutofit/>
          </a:bodyPr>
          <a:p>
            <a:pPr marL="457200" indent="-456840">
              <a:lnSpc>
                <a:spcPct val="200000"/>
              </a:lnSpc>
              <a:spcBef>
                <a:spcPts val="1001"/>
              </a:spcBef>
              <a:buClr>
                <a:srgbClr val="21a9c0"/>
              </a:buClr>
              <a:buFont typeface="Arial"/>
              <a:buChar char="•"/>
            </a:pPr>
            <a:r>
              <a:rPr b="0" lang="cs-CZ" sz="2400" spc="-1" strike="noStrike">
                <a:solidFill>
                  <a:srgbClr val="39464a"/>
                </a:solidFill>
                <a:latin typeface="Arial"/>
              </a:rPr>
              <a:t>How long does it take to see the effects you'd like to study?</a:t>
            </a:r>
            <a:endParaRPr b="0" lang="en-US" sz="2400" spc="-1" strike="noStrike">
              <a:solidFill>
                <a:srgbClr val="39464a"/>
              </a:solidFill>
              <a:latin typeface="Arial"/>
            </a:endParaRPr>
          </a:p>
          <a:p>
            <a:pPr marL="457200" indent="-456840">
              <a:lnSpc>
                <a:spcPct val="200000"/>
              </a:lnSpc>
              <a:spcBef>
                <a:spcPts val="1001"/>
              </a:spcBef>
              <a:buClr>
                <a:srgbClr val="21a9c0"/>
              </a:buClr>
              <a:buFont typeface="Arial"/>
              <a:buChar char="•"/>
            </a:pPr>
            <a:r>
              <a:rPr b="0" lang="cs-CZ" sz="2400" spc="-1" strike="noStrike">
                <a:solidFill>
                  <a:srgbClr val="39464a"/>
                </a:solidFill>
                <a:latin typeface="Arial"/>
              </a:rPr>
              <a:t>How much sampling will you need in/around that state?</a:t>
            </a:r>
            <a:endParaRPr b="0" lang="en-US" sz="2400" spc="-1" strike="noStrike">
              <a:solidFill>
                <a:srgbClr val="39464a"/>
              </a:solidFill>
              <a:latin typeface="Arial"/>
            </a:endParaRPr>
          </a:p>
          <a:p>
            <a:pPr marL="457200" indent="-456840">
              <a:lnSpc>
                <a:spcPct val="200000"/>
              </a:lnSpc>
              <a:spcBef>
                <a:spcPts val="1001"/>
              </a:spcBef>
              <a:buClr>
                <a:srgbClr val="21a9c0"/>
              </a:buClr>
              <a:buFont typeface="Arial"/>
              <a:buChar char="•"/>
            </a:pPr>
            <a:r>
              <a:rPr b="0" lang="cs-CZ" sz="2400" spc="-1" strike="noStrike">
                <a:solidFill>
                  <a:srgbClr val="39464a"/>
                </a:solidFill>
                <a:latin typeface="Arial"/>
              </a:rPr>
              <a:t>Will you need to understand the effect of water or ions?</a:t>
            </a:r>
            <a:endParaRPr b="0" lang="en-US" sz="2400" spc="-1" strike="noStrike">
              <a:solidFill>
                <a:srgbClr val="39464a"/>
              </a:solidFill>
              <a:latin typeface="Arial"/>
            </a:endParaRPr>
          </a:p>
          <a:p>
            <a:pPr marL="457200" indent="-456840">
              <a:lnSpc>
                <a:spcPct val="200000"/>
              </a:lnSpc>
              <a:spcBef>
                <a:spcPts val="1001"/>
              </a:spcBef>
              <a:buClr>
                <a:srgbClr val="21a9c0"/>
              </a:buClr>
              <a:buFont typeface="Arial"/>
              <a:buChar char="•"/>
            </a:pPr>
            <a:r>
              <a:rPr b="0" lang="cs-CZ" sz="2400" spc="-1" strike="noStrike">
                <a:solidFill>
                  <a:srgbClr val="39464a"/>
                </a:solidFill>
                <a:latin typeface="Arial"/>
              </a:rPr>
              <a:t>What is the resolution you need for a scientific finding?</a:t>
            </a:r>
            <a:endParaRPr b="0" lang="en-US" sz="2400" spc="-1" strike="noStrike">
              <a:solidFill>
                <a:srgbClr val="39464a"/>
              </a:solidFill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b="0" lang="en-US" sz="2400" spc="-1" strike="noStrike">
              <a:solidFill>
                <a:srgbClr val="39464a"/>
              </a:solidFill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b="0" lang="en-US" sz="2400" spc="-1" strike="noStrike">
              <a:solidFill>
                <a:srgbClr val="39464a"/>
              </a:solidFill>
              <a:latin typeface="Arial"/>
            </a:endParaRPr>
          </a:p>
        </p:txBody>
      </p:sp>
      <p:sp>
        <p:nvSpPr>
          <p:cNvPr id="256" name="TextShape 3"/>
          <p:cNvSpPr txBox="1"/>
          <p:nvPr/>
        </p:nvSpPr>
        <p:spPr>
          <a:xfrm>
            <a:off x="3333960" y="6408360"/>
            <a:ext cx="7886880" cy="215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r>
              <a:rPr b="0" lang="en-US" sz="1200" spc="-1" strike="noStrike">
                <a:solidFill>
                  <a:srgbClr val="7ac143"/>
                </a:solidFill>
                <a:latin typeface="Arial"/>
              </a:rPr>
              <a:t>CEITEC at Masaryk University</a:t>
            </a:r>
            <a:endParaRPr b="0" lang="en-US" sz="1200" spc="-1" strike="noStrike">
              <a:latin typeface="Times New Roman"/>
            </a:endParaRPr>
          </a:p>
        </p:txBody>
      </p:sp>
      <p:sp>
        <p:nvSpPr>
          <p:cNvPr id="257" name="TextShape 4"/>
          <p:cNvSpPr txBox="1"/>
          <p:nvPr/>
        </p:nvSpPr>
        <p:spPr>
          <a:xfrm>
            <a:off x="11221200" y="6408360"/>
            <a:ext cx="503640" cy="215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fld id="{8AF2ED24-32D3-4E4D-8DD3-76AC7E85771B}" type="slidenum">
              <a:rPr b="1" lang="en-US" sz="1200" spc="-1" strike="noStrike">
                <a:solidFill>
                  <a:srgbClr val="7ac143"/>
                </a:solidFill>
                <a:latin typeface="Arial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TextShape 1"/>
          <p:cNvSpPr txBox="1"/>
          <p:nvPr/>
        </p:nvSpPr>
        <p:spPr>
          <a:xfrm>
            <a:off x="466560" y="365040"/>
            <a:ext cx="11258280" cy="82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</a:pPr>
            <a:r>
              <a:rPr b="0" lang="cs-CZ" sz="3600" spc="-1" strike="noStrike">
                <a:solidFill>
                  <a:srgbClr val="21a9c0"/>
                </a:solidFill>
                <a:latin typeface="Arial"/>
              </a:rPr>
              <a:t>Coarse Grained Simulations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59" name="Content Placeholder 6" descr="A yellow and blue spheres with black arrows&#10;&#10;Description automatically generated"/>
          <p:cNvPicPr/>
          <p:nvPr/>
        </p:nvPicPr>
        <p:blipFill>
          <a:blip r:embed="rId1"/>
          <a:stretch/>
        </p:blipFill>
        <p:spPr>
          <a:xfrm>
            <a:off x="6172200" y="2261520"/>
            <a:ext cx="5552640" cy="2887200"/>
          </a:xfrm>
          <a:prstGeom prst="rect">
            <a:avLst/>
          </a:prstGeom>
          <a:ln w="0">
            <a:noFill/>
          </a:ln>
        </p:spPr>
      </p:pic>
      <p:sp>
        <p:nvSpPr>
          <p:cNvPr id="260" name="TextShape 2"/>
          <p:cNvSpPr txBox="1"/>
          <p:nvPr/>
        </p:nvSpPr>
        <p:spPr>
          <a:xfrm>
            <a:off x="3333960" y="6408360"/>
            <a:ext cx="7886880" cy="215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r>
              <a:rPr b="0" lang="en-US" sz="1200" spc="-1" strike="noStrike">
                <a:solidFill>
                  <a:srgbClr val="7ac143"/>
                </a:solidFill>
                <a:latin typeface="Arial"/>
              </a:rPr>
              <a:t>CEITEC at Masaryk University</a:t>
            </a:r>
            <a:endParaRPr b="0" lang="en-US" sz="1200" spc="-1" strike="noStrike">
              <a:latin typeface="Times New Roman"/>
            </a:endParaRPr>
          </a:p>
        </p:txBody>
      </p:sp>
      <p:sp>
        <p:nvSpPr>
          <p:cNvPr id="261" name="TextShape 3"/>
          <p:cNvSpPr txBox="1"/>
          <p:nvPr/>
        </p:nvSpPr>
        <p:spPr>
          <a:xfrm>
            <a:off x="11221200" y="6408360"/>
            <a:ext cx="503640" cy="215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fld id="{A668D7E3-B6E9-4259-8E30-AB1B8A34FCAC}" type="slidenum">
              <a:rPr b="1" lang="en-US" sz="1200" spc="-1" strike="noStrike">
                <a:solidFill>
                  <a:srgbClr val="7ac143"/>
                </a:solidFill>
                <a:latin typeface="Arial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  <p:pic>
        <p:nvPicPr>
          <p:cNvPr id="262" name="Picture 7" descr="A close-up of a cell&#10;&#10;Description automatically generated"/>
          <p:cNvPicPr/>
          <p:nvPr/>
        </p:nvPicPr>
        <p:blipFill>
          <a:blip r:embed="rId2"/>
          <a:stretch/>
        </p:blipFill>
        <p:spPr>
          <a:xfrm>
            <a:off x="589680" y="2798640"/>
            <a:ext cx="5249160" cy="1700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TextShape 1"/>
          <p:cNvSpPr txBox="1"/>
          <p:nvPr/>
        </p:nvSpPr>
        <p:spPr>
          <a:xfrm>
            <a:off x="466560" y="365040"/>
            <a:ext cx="11258280" cy="82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</a:pPr>
            <a:r>
              <a:rPr b="0" lang="en-US" sz="3600" spc="-1" strike="noStrike">
                <a:solidFill>
                  <a:srgbClr val="21a9c0"/>
                </a:solidFill>
                <a:latin typeface="Arial"/>
              </a:rPr>
              <a:t>Coarse Grained Simulations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TextShape 2"/>
          <p:cNvSpPr txBox="1"/>
          <p:nvPr/>
        </p:nvSpPr>
        <p:spPr>
          <a:xfrm>
            <a:off x="461520" y="1523880"/>
            <a:ext cx="11263320" cy="436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rmAutofit/>
          </a:bodyPr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21a9c0"/>
              </a:buClr>
              <a:buFont typeface="Arial"/>
              <a:buChar char="•"/>
            </a:pPr>
            <a:r>
              <a:rPr b="0" lang="cs-CZ" sz="2400" spc="-1" strike="noStrike">
                <a:solidFill>
                  <a:srgbClr val="39464a"/>
                </a:solidFill>
                <a:latin typeface="Arial"/>
              </a:rPr>
              <a:t>Water</a:t>
            </a:r>
            <a:endParaRPr b="0" lang="en-US" sz="2400" spc="-1" strike="noStrike">
              <a:solidFill>
                <a:srgbClr val="39464a"/>
              </a:solidFill>
              <a:latin typeface="Arial"/>
            </a:endParaRPr>
          </a:p>
          <a:p>
            <a:pPr lvl="1" marL="685800" indent="-228240">
              <a:lnSpc>
                <a:spcPct val="90000"/>
              </a:lnSpc>
              <a:spcBef>
                <a:spcPts val="499"/>
              </a:spcBef>
              <a:buClr>
                <a:srgbClr val="21a9c0"/>
              </a:buClr>
              <a:buFont typeface="Arial"/>
              <a:buChar char="•"/>
            </a:pPr>
            <a:r>
              <a:rPr b="0" lang="cs-CZ" sz="2000" spc="-1" strike="noStrike">
                <a:solidFill>
                  <a:srgbClr val="39464a"/>
                </a:solidFill>
                <a:latin typeface="Arial"/>
              </a:rPr>
              <a:t>Treated explicitly – to transfer heat and introduce brownian motion, add random forces</a:t>
            </a:r>
            <a:endParaRPr b="0" lang="en-US" sz="2000" spc="-1" strike="noStrike">
              <a:solidFill>
                <a:srgbClr val="39464a"/>
              </a:solidFill>
              <a:latin typeface="Arial"/>
            </a:endParaRPr>
          </a:p>
          <a:p>
            <a:endParaRPr b="0" lang="en-US" sz="2000" spc="-1" strike="noStrike">
              <a:solidFill>
                <a:srgbClr val="39464a"/>
              </a:solidFill>
              <a:latin typeface="Arial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21a9c0"/>
              </a:buClr>
              <a:buFont typeface="Arial"/>
              <a:buChar char="•"/>
            </a:pPr>
            <a:r>
              <a:rPr b="0" lang="cs-CZ" sz="2400" spc="-1" strike="noStrike">
                <a:solidFill>
                  <a:srgbClr val="39464a"/>
                </a:solidFill>
                <a:latin typeface="Arial"/>
              </a:rPr>
              <a:t>Atoms</a:t>
            </a:r>
            <a:endParaRPr b="0" lang="en-US" sz="2400" spc="-1" strike="noStrike">
              <a:solidFill>
                <a:srgbClr val="39464a"/>
              </a:solidFill>
              <a:latin typeface="Arial"/>
            </a:endParaRPr>
          </a:p>
          <a:p>
            <a:pPr lvl="1" marL="685800" indent="-228240">
              <a:lnSpc>
                <a:spcPct val="90000"/>
              </a:lnSpc>
              <a:spcBef>
                <a:spcPts val="499"/>
              </a:spcBef>
              <a:buClr>
                <a:srgbClr val="21a9c0"/>
              </a:buClr>
              <a:buFont typeface="Arial"/>
              <a:buChar char="•"/>
            </a:pPr>
            <a:r>
              <a:rPr b="0" lang="cs-CZ" sz="2000" spc="-1" strike="noStrike">
                <a:solidFill>
                  <a:srgbClr val="39464a"/>
                </a:solidFill>
                <a:latin typeface="Arial"/>
              </a:rPr>
              <a:t>Group their movement together, smoothing the surface (atoms become 'beads')</a:t>
            </a:r>
            <a:endParaRPr b="0" lang="en-US" sz="2000" spc="-1" strike="noStrike">
              <a:solidFill>
                <a:srgbClr val="39464a"/>
              </a:solidFill>
              <a:latin typeface="Arial"/>
            </a:endParaRPr>
          </a:p>
          <a:p>
            <a:endParaRPr b="0" lang="en-US" sz="2000" spc="-1" strike="noStrike">
              <a:solidFill>
                <a:srgbClr val="39464a"/>
              </a:solidFill>
              <a:latin typeface="Arial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21a9c0"/>
              </a:buClr>
              <a:buFont typeface="Arial"/>
              <a:buChar char="•"/>
            </a:pPr>
            <a:r>
              <a:rPr b="0" lang="cs-CZ" sz="2400" spc="-1" strike="noStrike">
                <a:solidFill>
                  <a:srgbClr val="39464a"/>
                </a:solidFill>
                <a:latin typeface="Arial"/>
              </a:rPr>
              <a:t>Force Field</a:t>
            </a:r>
            <a:endParaRPr b="0" lang="en-US" sz="2400" spc="-1" strike="noStrike">
              <a:solidFill>
                <a:srgbClr val="39464a"/>
              </a:solidFill>
              <a:latin typeface="Arial"/>
            </a:endParaRPr>
          </a:p>
          <a:p>
            <a:pPr lvl="1" marL="685800" indent="-228240">
              <a:lnSpc>
                <a:spcPct val="90000"/>
              </a:lnSpc>
              <a:spcBef>
                <a:spcPts val="499"/>
              </a:spcBef>
              <a:buClr>
                <a:srgbClr val="21a9c0"/>
              </a:buClr>
              <a:buFont typeface="Arial"/>
              <a:buChar char="•"/>
            </a:pPr>
            <a:r>
              <a:rPr b="0" lang="cs-CZ" sz="2000" spc="-1" strike="noStrike">
                <a:solidFill>
                  <a:srgbClr val="39464a"/>
                </a:solidFill>
                <a:latin typeface="Arial"/>
              </a:rPr>
              <a:t>Ensure that the interaction between beads is representative of the desired interaction</a:t>
            </a:r>
            <a:endParaRPr b="0" lang="en-US" sz="2000" spc="-1" strike="noStrike">
              <a:solidFill>
                <a:srgbClr val="39464a"/>
              </a:solidFill>
              <a:latin typeface="Arial"/>
            </a:endParaRPr>
          </a:p>
        </p:txBody>
      </p:sp>
      <p:sp>
        <p:nvSpPr>
          <p:cNvPr id="265" name="TextShape 3"/>
          <p:cNvSpPr txBox="1"/>
          <p:nvPr/>
        </p:nvSpPr>
        <p:spPr>
          <a:xfrm>
            <a:off x="3333960" y="6408360"/>
            <a:ext cx="7886880" cy="215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r>
              <a:rPr b="0" lang="en-US" sz="1200" spc="-1" strike="noStrike">
                <a:solidFill>
                  <a:srgbClr val="7ac143"/>
                </a:solidFill>
                <a:latin typeface="Arial"/>
              </a:rPr>
              <a:t>CEITEC at Masaryk University</a:t>
            </a:r>
            <a:endParaRPr b="0" lang="en-US" sz="1200" spc="-1" strike="noStrike">
              <a:latin typeface="Times New Roman"/>
            </a:endParaRPr>
          </a:p>
        </p:txBody>
      </p:sp>
      <p:sp>
        <p:nvSpPr>
          <p:cNvPr id="266" name="TextShape 4"/>
          <p:cNvSpPr txBox="1"/>
          <p:nvPr/>
        </p:nvSpPr>
        <p:spPr>
          <a:xfrm>
            <a:off x="11221200" y="6408360"/>
            <a:ext cx="503640" cy="215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fld id="{E1C64753-A155-4EB2-BC73-01DF992DDF6C}" type="slidenum">
              <a:rPr b="1" lang="en-US" sz="1200" spc="-1" strike="noStrike">
                <a:solidFill>
                  <a:srgbClr val="7ac143"/>
                </a:solidFill>
                <a:latin typeface="Arial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TextShape 1"/>
          <p:cNvSpPr txBox="1"/>
          <p:nvPr/>
        </p:nvSpPr>
        <p:spPr>
          <a:xfrm>
            <a:off x="466560" y="365040"/>
            <a:ext cx="11258280" cy="82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</a:pPr>
            <a:r>
              <a:rPr b="0" lang="en-US" sz="3600" spc="-1" strike="noStrike">
                <a:solidFill>
                  <a:srgbClr val="21a9c0"/>
                </a:solidFill>
                <a:latin typeface="Arial"/>
              </a:rPr>
              <a:t>Example: Carbon Alpha Models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TextShape 2"/>
          <p:cNvSpPr txBox="1"/>
          <p:nvPr/>
        </p:nvSpPr>
        <p:spPr>
          <a:xfrm>
            <a:off x="3333960" y="6408360"/>
            <a:ext cx="7886880" cy="215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r>
              <a:rPr b="0" lang="en-US" sz="1200" spc="-1" strike="noStrike">
                <a:solidFill>
                  <a:srgbClr val="7ac143"/>
                </a:solidFill>
                <a:latin typeface="Arial"/>
              </a:rPr>
              <a:t>CEITEC at Masaryk University</a:t>
            </a:r>
            <a:endParaRPr b="0" lang="en-US" sz="1200" spc="-1" strike="noStrike">
              <a:latin typeface="Times New Roman"/>
            </a:endParaRPr>
          </a:p>
        </p:txBody>
      </p:sp>
      <p:sp>
        <p:nvSpPr>
          <p:cNvPr id="269" name="TextShape 3"/>
          <p:cNvSpPr txBox="1"/>
          <p:nvPr/>
        </p:nvSpPr>
        <p:spPr>
          <a:xfrm>
            <a:off x="11221200" y="6408360"/>
            <a:ext cx="503640" cy="215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fld id="{511608E7-6C16-434B-85A7-84C921124107}" type="slidenum">
              <a:rPr b="1" lang="en-US" sz="1200" spc="-1" strike="noStrike">
                <a:solidFill>
                  <a:srgbClr val="7ac143"/>
                </a:solidFill>
                <a:latin typeface="Arial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  <p:pic>
        <p:nvPicPr>
          <p:cNvPr id="270" name="Content Placeholder 6" descr=""/>
          <p:cNvPicPr/>
          <p:nvPr/>
        </p:nvPicPr>
        <p:blipFill>
          <a:blip r:embed="rId1"/>
          <a:stretch/>
        </p:blipFill>
        <p:spPr>
          <a:xfrm>
            <a:off x="3520800" y="1791720"/>
            <a:ext cx="5552640" cy="1370520"/>
          </a:xfrm>
          <a:prstGeom prst="rect">
            <a:avLst/>
          </a:prstGeom>
          <a:ln w="0">
            <a:noFill/>
          </a:ln>
        </p:spPr>
      </p:pic>
      <p:pic>
        <p:nvPicPr>
          <p:cNvPr id="271" name="Picture 8" descr=""/>
          <p:cNvPicPr/>
          <p:nvPr/>
        </p:nvPicPr>
        <p:blipFill>
          <a:blip r:embed="rId2"/>
          <a:stretch/>
        </p:blipFill>
        <p:spPr>
          <a:xfrm>
            <a:off x="3622320" y="3158280"/>
            <a:ext cx="5286960" cy="1498320"/>
          </a:xfrm>
          <a:prstGeom prst="rect">
            <a:avLst/>
          </a:prstGeom>
          <a:ln w="0">
            <a:noFill/>
          </a:ln>
        </p:spPr>
      </p:pic>
      <p:pic>
        <p:nvPicPr>
          <p:cNvPr id="272" name="Picture 9" descr="A mathematical equation with black text&#10;&#10;Description automatically generated"/>
          <p:cNvPicPr/>
          <p:nvPr/>
        </p:nvPicPr>
        <p:blipFill>
          <a:blip r:embed="rId3"/>
          <a:stretch/>
        </p:blipFill>
        <p:spPr>
          <a:xfrm>
            <a:off x="5032800" y="4438440"/>
            <a:ext cx="2742840" cy="1255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TextShape 1"/>
          <p:cNvSpPr txBox="1"/>
          <p:nvPr/>
        </p:nvSpPr>
        <p:spPr>
          <a:xfrm>
            <a:off x="466560" y="365040"/>
            <a:ext cx="11258280" cy="82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</a:pPr>
            <a:r>
              <a:rPr b="0" lang="en-US" sz="3600" spc="-1" strike="noStrike">
                <a:solidFill>
                  <a:srgbClr val="21a9c0"/>
                </a:solidFill>
                <a:latin typeface="Arial"/>
              </a:rPr>
              <a:t>Example: Carbon Alpha Models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TextShape 2"/>
          <p:cNvSpPr txBox="1"/>
          <p:nvPr/>
        </p:nvSpPr>
        <p:spPr>
          <a:xfrm>
            <a:off x="3333960" y="6408360"/>
            <a:ext cx="7886880" cy="215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r>
              <a:rPr b="0" lang="en-US" sz="1200" spc="-1" strike="noStrike">
                <a:solidFill>
                  <a:srgbClr val="7ac143"/>
                </a:solidFill>
                <a:latin typeface="Arial"/>
              </a:rPr>
              <a:t>CEITEC at Masaryk University</a:t>
            </a:r>
            <a:endParaRPr b="0" lang="en-US" sz="1200" spc="-1" strike="noStrike">
              <a:latin typeface="Times New Roman"/>
            </a:endParaRPr>
          </a:p>
        </p:txBody>
      </p:sp>
      <p:sp>
        <p:nvSpPr>
          <p:cNvPr id="275" name="TextShape 3"/>
          <p:cNvSpPr txBox="1"/>
          <p:nvPr/>
        </p:nvSpPr>
        <p:spPr>
          <a:xfrm>
            <a:off x="11221200" y="6408360"/>
            <a:ext cx="503640" cy="215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fld id="{40E7E310-8219-42D3-B9EE-2EAA0D3B775C}" type="slidenum">
              <a:rPr b="1" lang="en-US" sz="1200" spc="-1" strike="noStrike">
                <a:solidFill>
                  <a:srgbClr val="7ac143"/>
                </a:solidFill>
                <a:latin typeface="Arial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  <p:pic>
        <p:nvPicPr>
          <p:cNvPr id="276" name="Content Placeholder 6" descr=""/>
          <p:cNvPicPr/>
          <p:nvPr/>
        </p:nvPicPr>
        <p:blipFill>
          <a:blip r:embed="rId1"/>
          <a:stretch/>
        </p:blipFill>
        <p:spPr>
          <a:xfrm>
            <a:off x="3520800" y="1791720"/>
            <a:ext cx="5552640" cy="1370520"/>
          </a:xfrm>
          <a:prstGeom prst="rect">
            <a:avLst/>
          </a:prstGeom>
          <a:ln w="0">
            <a:noFill/>
          </a:ln>
        </p:spPr>
      </p:pic>
      <p:pic>
        <p:nvPicPr>
          <p:cNvPr id="277" name="Picture 8" descr=""/>
          <p:cNvPicPr/>
          <p:nvPr/>
        </p:nvPicPr>
        <p:blipFill>
          <a:blip r:embed="rId2"/>
          <a:stretch/>
        </p:blipFill>
        <p:spPr>
          <a:xfrm>
            <a:off x="3622320" y="3158280"/>
            <a:ext cx="5286960" cy="1498320"/>
          </a:xfrm>
          <a:prstGeom prst="rect">
            <a:avLst/>
          </a:prstGeom>
          <a:ln w="0">
            <a:noFill/>
          </a:ln>
        </p:spPr>
      </p:pic>
      <p:pic>
        <p:nvPicPr>
          <p:cNvPr id="278" name="Picture 9" descr="A mathematical equation with black text&#10;&#10;Description automatically generated"/>
          <p:cNvPicPr/>
          <p:nvPr/>
        </p:nvPicPr>
        <p:blipFill>
          <a:blip r:embed="rId3"/>
          <a:stretch/>
        </p:blipFill>
        <p:spPr>
          <a:xfrm>
            <a:off x="5032800" y="4438440"/>
            <a:ext cx="2742840" cy="1255680"/>
          </a:xfrm>
          <a:prstGeom prst="rect">
            <a:avLst/>
          </a:prstGeom>
          <a:ln w="0">
            <a:noFill/>
          </a:ln>
        </p:spPr>
      </p:pic>
      <p:sp>
        <p:nvSpPr>
          <p:cNvPr id="279" name="CustomShape 4"/>
          <p:cNvSpPr/>
          <p:nvPr/>
        </p:nvSpPr>
        <p:spPr>
          <a:xfrm>
            <a:off x="6446880" y="1820160"/>
            <a:ext cx="2442960" cy="1185120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TextShape 1"/>
          <p:cNvSpPr txBox="1"/>
          <p:nvPr/>
        </p:nvSpPr>
        <p:spPr>
          <a:xfrm>
            <a:off x="466560" y="365040"/>
            <a:ext cx="11258280" cy="82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</a:pPr>
            <a:r>
              <a:rPr b="0" lang="en-US" sz="3600" spc="-1" strike="noStrike">
                <a:solidFill>
                  <a:srgbClr val="21a9c0"/>
                </a:solidFill>
                <a:latin typeface="Arial"/>
              </a:rPr>
              <a:t>Example: Carbon Alpha Models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" name="TextShape 2"/>
          <p:cNvSpPr txBox="1"/>
          <p:nvPr/>
        </p:nvSpPr>
        <p:spPr>
          <a:xfrm>
            <a:off x="3333960" y="6408360"/>
            <a:ext cx="7886880" cy="215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r>
              <a:rPr b="0" lang="en-US" sz="1200" spc="-1" strike="noStrike">
                <a:solidFill>
                  <a:srgbClr val="7ac143"/>
                </a:solidFill>
                <a:latin typeface="Arial"/>
              </a:rPr>
              <a:t>CEITEC at Masaryk University</a:t>
            </a:r>
            <a:endParaRPr b="0" lang="en-US" sz="1200" spc="-1" strike="noStrike">
              <a:latin typeface="Times New Roman"/>
            </a:endParaRPr>
          </a:p>
        </p:txBody>
      </p:sp>
      <p:sp>
        <p:nvSpPr>
          <p:cNvPr id="282" name="TextShape 3"/>
          <p:cNvSpPr txBox="1"/>
          <p:nvPr/>
        </p:nvSpPr>
        <p:spPr>
          <a:xfrm>
            <a:off x="11221200" y="6408360"/>
            <a:ext cx="503640" cy="215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fld id="{5F339C46-98F9-418E-8CE2-F841E115D223}" type="slidenum">
              <a:rPr b="1" lang="en-US" sz="1200" spc="-1" strike="noStrike">
                <a:solidFill>
                  <a:srgbClr val="7ac143"/>
                </a:solidFill>
                <a:latin typeface="Arial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  <p:pic>
        <p:nvPicPr>
          <p:cNvPr id="283" name="Content Placeholder 6" descr=""/>
          <p:cNvPicPr/>
          <p:nvPr/>
        </p:nvPicPr>
        <p:blipFill>
          <a:blip r:embed="rId1"/>
          <a:stretch/>
        </p:blipFill>
        <p:spPr>
          <a:xfrm>
            <a:off x="3520800" y="1791720"/>
            <a:ext cx="5552640" cy="1370520"/>
          </a:xfrm>
          <a:prstGeom prst="rect">
            <a:avLst/>
          </a:prstGeom>
          <a:ln w="0">
            <a:noFill/>
          </a:ln>
        </p:spPr>
      </p:pic>
      <p:pic>
        <p:nvPicPr>
          <p:cNvPr id="284" name="Picture 8" descr=""/>
          <p:cNvPicPr/>
          <p:nvPr/>
        </p:nvPicPr>
        <p:blipFill>
          <a:blip r:embed="rId2"/>
          <a:stretch/>
        </p:blipFill>
        <p:spPr>
          <a:xfrm>
            <a:off x="3622320" y="3158280"/>
            <a:ext cx="5286960" cy="1498320"/>
          </a:xfrm>
          <a:prstGeom prst="rect">
            <a:avLst/>
          </a:prstGeom>
          <a:ln w="0">
            <a:noFill/>
          </a:ln>
        </p:spPr>
      </p:pic>
      <p:pic>
        <p:nvPicPr>
          <p:cNvPr id="285" name="Picture 9" descr="A mathematical equation with black text&#10;&#10;Description automatically generated"/>
          <p:cNvPicPr/>
          <p:nvPr/>
        </p:nvPicPr>
        <p:blipFill>
          <a:blip r:embed="rId3"/>
          <a:stretch/>
        </p:blipFill>
        <p:spPr>
          <a:xfrm>
            <a:off x="5032800" y="4438440"/>
            <a:ext cx="2742840" cy="1255680"/>
          </a:xfrm>
          <a:prstGeom prst="rect">
            <a:avLst/>
          </a:prstGeom>
          <a:ln w="0">
            <a:noFill/>
          </a:ln>
        </p:spPr>
      </p:pic>
      <p:sp>
        <p:nvSpPr>
          <p:cNvPr id="286" name="CustomShape 4"/>
          <p:cNvSpPr/>
          <p:nvPr/>
        </p:nvSpPr>
        <p:spPr>
          <a:xfrm>
            <a:off x="6664320" y="3471480"/>
            <a:ext cx="465480" cy="477360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87" name="CustomShape 5"/>
          <p:cNvSpPr/>
          <p:nvPr/>
        </p:nvSpPr>
        <p:spPr>
          <a:xfrm>
            <a:off x="8055360" y="3537720"/>
            <a:ext cx="386640" cy="410760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TextShape 1"/>
          <p:cNvSpPr txBox="1"/>
          <p:nvPr/>
        </p:nvSpPr>
        <p:spPr>
          <a:xfrm>
            <a:off x="466560" y="365040"/>
            <a:ext cx="11258280" cy="82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</a:pPr>
            <a:r>
              <a:rPr b="0" lang="cs-CZ" sz="3600" spc="-1" strike="noStrike">
                <a:solidFill>
                  <a:srgbClr val="21a9c0"/>
                </a:solidFill>
                <a:latin typeface="Arial"/>
              </a:rPr>
              <a:t>Review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" name="TextShape 2"/>
          <p:cNvSpPr txBox="1"/>
          <p:nvPr/>
        </p:nvSpPr>
        <p:spPr>
          <a:xfrm>
            <a:off x="466560" y="1523880"/>
            <a:ext cx="11258280" cy="436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rmAutofit/>
          </a:bodyPr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21a9c0"/>
              </a:buClr>
              <a:buFont typeface="Arial"/>
              <a:buChar char="•"/>
            </a:pPr>
            <a:r>
              <a:rPr b="0" lang="cs-CZ" sz="2400" spc="-1" strike="noStrike">
                <a:solidFill>
                  <a:srgbClr val="39464a"/>
                </a:solidFill>
                <a:latin typeface="Arial"/>
              </a:rPr>
              <a:t>What do we loose in the coarse grained approach?</a:t>
            </a:r>
            <a:endParaRPr b="0" lang="en-US" sz="2400" spc="-1" strike="noStrike">
              <a:solidFill>
                <a:srgbClr val="39464a"/>
              </a:solidFill>
              <a:latin typeface="Arial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21a9c0"/>
              </a:buClr>
              <a:buFont typeface="Arial"/>
              <a:buChar char="•"/>
            </a:pPr>
            <a:r>
              <a:rPr b="0" lang="cs-CZ" sz="2400" spc="-1" strike="noStrike">
                <a:solidFill>
                  <a:srgbClr val="39464a"/>
                </a:solidFill>
                <a:latin typeface="Arial"/>
              </a:rPr>
              <a:t>When is the carbon-alpha model appropriate?</a:t>
            </a:r>
            <a:endParaRPr b="0" lang="en-US" sz="2400" spc="-1" strike="noStrike">
              <a:solidFill>
                <a:srgbClr val="39464a"/>
              </a:solidFill>
              <a:latin typeface="Arial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21a9c0"/>
              </a:buClr>
              <a:buFont typeface="Arial"/>
              <a:buChar char="•"/>
            </a:pPr>
            <a:r>
              <a:rPr b="0" lang="cs-CZ" sz="2400" spc="-1" strike="noStrike">
                <a:solidFill>
                  <a:srgbClr val="39464a"/>
                </a:solidFill>
                <a:latin typeface="Arial"/>
              </a:rPr>
              <a:t>How can we compare results?</a:t>
            </a:r>
            <a:endParaRPr b="0" lang="en-US" sz="2400" spc="-1" strike="noStrike">
              <a:solidFill>
                <a:srgbClr val="39464a"/>
              </a:solidFill>
              <a:latin typeface="Arial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21a9c0"/>
              </a:buClr>
              <a:buFont typeface="Arial"/>
              <a:buChar char="•"/>
            </a:pPr>
            <a:r>
              <a:rPr b="0" lang="cs-CZ" sz="2400" spc="-1" strike="noStrike">
                <a:solidFill>
                  <a:srgbClr val="39464a"/>
                </a:solidFill>
                <a:latin typeface="Arial"/>
              </a:rPr>
              <a:t>What's the disadvantage of implicit solvents?</a:t>
            </a:r>
            <a:endParaRPr b="0" lang="en-US" sz="2400" spc="-1" strike="noStrike">
              <a:solidFill>
                <a:srgbClr val="39464a"/>
              </a:solidFill>
              <a:latin typeface="Arial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21a9c0"/>
              </a:buClr>
              <a:buFont typeface="Arial"/>
              <a:buChar char="•"/>
            </a:pPr>
            <a:r>
              <a:rPr b="0" lang="cs-CZ" sz="2400" spc="-1" strike="noStrike">
                <a:solidFill>
                  <a:srgbClr val="39464a"/>
                </a:solidFill>
                <a:latin typeface="Arial"/>
              </a:rPr>
              <a:t>What are three things we can use to determine if coarse-graining is appropriate?</a:t>
            </a:r>
            <a:endParaRPr b="0" lang="en-US" sz="2400" spc="-1" strike="noStrike">
              <a:solidFill>
                <a:srgbClr val="39464a"/>
              </a:solidFill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b="0" lang="en-US" sz="2400" spc="-1" strike="noStrike">
              <a:solidFill>
                <a:srgbClr val="39464a"/>
              </a:solidFill>
              <a:latin typeface="Arial"/>
            </a:endParaRPr>
          </a:p>
        </p:txBody>
      </p:sp>
      <p:sp>
        <p:nvSpPr>
          <p:cNvPr id="290" name="TextShape 3"/>
          <p:cNvSpPr txBox="1"/>
          <p:nvPr/>
        </p:nvSpPr>
        <p:spPr>
          <a:xfrm>
            <a:off x="3333960" y="6408360"/>
            <a:ext cx="7886880" cy="215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r>
              <a:rPr b="0" lang="en-US" sz="1200" spc="-1" strike="noStrike">
                <a:solidFill>
                  <a:srgbClr val="7ac143"/>
                </a:solidFill>
                <a:latin typeface="Arial"/>
              </a:rPr>
              <a:t>CEITEC at Masaryk University</a:t>
            </a:r>
            <a:endParaRPr b="0" lang="en-US" sz="1200" spc="-1" strike="noStrike">
              <a:latin typeface="Times New Roman"/>
            </a:endParaRPr>
          </a:p>
        </p:txBody>
      </p:sp>
      <p:sp>
        <p:nvSpPr>
          <p:cNvPr id="291" name="TextShape 4"/>
          <p:cNvSpPr txBox="1"/>
          <p:nvPr/>
        </p:nvSpPr>
        <p:spPr>
          <a:xfrm>
            <a:off x="11221200" y="6408360"/>
            <a:ext cx="503640" cy="215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fld id="{EF49501E-7D8E-4191-9E0E-C9B5E1499004}" type="slidenum">
              <a:rPr b="1" lang="en-US" sz="1200" spc="-1" strike="noStrike">
                <a:solidFill>
                  <a:srgbClr val="7ac143"/>
                </a:solidFill>
                <a:latin typeface="Arial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TextShape 1"/>
          <p:cNvSpPr txBox="1"/>
          <p:nvPr/>
        </p:nvSpPr>
        <p:spPr>
          <a:xfrm>
            <a:off x="466560" y="365040"/>
            <a:ext cx="11258280" cy="82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</a:pPr>
            <a:r>
              <a:rPr b="0" lang="cs-CZ" sz="3600" spc="-1" strike="noStrike">
                <a:solidFill>
                  <a:srgbClr val="21a9c0"/>
                </a:solidFill>
                <a:latin typeface="Arial"/>
              </a:rPr>
              <a:t>In today's practical...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3" name="TextShape 2"/>
          <p:cNvSpPr txBox="1"/>
          <p:nvPr/>
        </p:nvSpPr>
        <p:spPr>
          <a:xfrm>
            <a:off x="466560" y="1523880"/>
            <a:ext cx="11258280" cy="436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rmAutofit fontScale="94000"/>
          </a:bodyPr>
          <a:p>
            <a:pPr marL="228600" indent="-228240">
              <a:lnSpc>
                <a:spcPct val="150000"/>
              </a:lnSpc>
              <a:spcBef>
                <a:spcPts val="1001"/>
              </a:spcBef>
              <a:buClr>
                <a:srgbClr val="21a9c0"/>
              </a:buClr>
              <a:buFont typeface="Arial"/>
              <a:buChar char="•"/>
            </a:pPr>
            <a:r>
              <a:rPr b="0" lang="cs-CZ" sz="2400" spc="-1" strike="noStrike">
                <a:solidFill>
                  <a:srgbClr val="39464a"/>
                </a:solidFill>
                <a:latin typeface="Arial"/>
              </a:rPr>
              <a:t>Part 1</a:t>
            </a:r>
            <a:endParaRPr b="0" lang="en-US" sz="2400" spc="-1" strike="noStrike">
              <a:solidFill>
                <a:srgbClr val="39464a"/>
              </a:solidFill>
              <a:latin typeface="Arial"/>
            </a:endParaRPr>
          </a:p>
          <a:p>
            <a:pPr lvl="1" marL="685800" indent="-228240">
              <a:lnSpc>
                <a:spcPct val="150000"/>
              </a:lnSpc>
              <a:spcBef>
                <a:spcPts val="499"/>
              </a:spcBef>
              <a:buClr>
                <a:srgbClr val="21a9c0"/>
              </a:buClr>
              <a:buFont typeface="Courier New"/>
              <a:buChar char="o"/>
            </a:pPr>
            <a:r>
              <a:rPr b="0" lang="cs-CZ" sz="2000" spc="-1" strike="noStrike">
                <a:solidFill>
                  <a:srgbClr val="39464a"/>
                </a:solidFill>
                <a:latin typeface="Arial"/>
              </a:rPr>
              <a:t>Go through the provided code, and write out the pseudocode for the system</a:t>
            </a:r>
            <a:endParaRPr b="0" lang="en-US" sz="2000" spc="-1" strike="noStrike">
              <a:solidFill>
                <a:srgbClr val="39464a"/>
              </a:solidFill>
              <a:latin typeface="Arial"/>
            </a:endParaRPr>
          </a:p>
          <a:p>
            <a:pPr lvl="1" marL="685800" indent="-228240">
              <a:lnSpc>
                <a:spcPct val="150000"/>
              </a:lnSpc>
              <a:spcBef>
                <a:spcPts val="499"/>
              </a:spcBef>
              <a:buClr>
                <a:srgbClr val="21a9c0"/>
              </a:buClr>
              <a:buFont typeface="Courier New"/>
              <a:buChar char="o"/>
            </a:pPr>
            <a:r>
              <a:rPr b="0" lang="cs-CZ" sz="2000" spc="-1" strike="noStrike">
                <a:solidFill>
                  <a:srgbClr val="39464a"/>
                </a:solidFill>
                <a:latin typeface="Arial"/>
              </a:rPr>
              <a:t>Determine what the difference is between r5_1.dcd and r5_2.dcd</a:t>
            </a:r>
            <a:endParaRPr b="0" lang="en-US" sz="2000" spc="-1" strike="noStrike">
              <a:solidFill>
                <a:srgbClr val="39464a"/>
              </a:solidFill>
              <a:latin typeface="Arial"/>
            </a:endParaRPr>
          </a:p>
          <a:p>
            <a:pPr lvl="2" marL="1143000" indent="-228240">
              <a:lnSpc>
                <a:spcPct val="150000"/>
              </a:lnSpc>
              <a:spcBef>
                <a:spcPts val="499"/>
              </a:spcBef>
              <a:buClr>
                <a:srgbClr val="21a9c0"/>
              </a:buClr>
              <a:buFont typeface="Wingdings" charset="2"/>
              <a:buChar char=""/>
            </a:pPr>
            <a:r>
              <a:rPr b="0" lang="cs-CZ" sz="1800" spc="-1" strike="noStrike">
                <a:solidFill>
                  <a:srgbClr val="39464a"/>
                </a:solidFill>
                <a:latin typeface="Arial"/>
              </a:rPr>
              <a:t>What is their radius of gyration?</a:t>
            </a:r>
            <a:endParaRPr b="0" lang="en-US" sz="1800" spc="-1" strike="noStrike">
              <a:solidFill>
                <a:srgbClr val="39464a"/>
              </a:solidFill>
              <a:latin typeface="Arial"/>
            </a:endParaRPr>
          </a:p>
          <a:p>
            <a:pPr lvl="2" marL="1143000" indent="-228240">
              <a:lnSpc>
                <a:spcPct val="150000"/>
              </a:lnSpc>
              <a:spcBef>
                <a:spcPts val="499"/>
              </a:spcBef>
              <a:buClr>
                <a:srgbClr val="21a9c0"/>
              </a:buClr>
              <a:buFont typeface="Wingdings" charset="2"/>
              <a:buChar char=""/>
            </a:pPr>
            <a:r>
              <a:rPr b="0" lang="cs-CZ" sz="1800" spc="-1" strike="noStrike">
                <a:solidFill>
                  <a:srgbClr val="39464a"/>
                </a:solidFill>
                <a:latin typeface="Arial"/>
              </a:rPr>
              <a:t>Which is more accurate?</a:t>
            </a:r>
            <a:endParaRPr b="0" lang="en-US" sz="1800" spc="-1" strike="noStrike">
              <a:solidFill>
                <a:srgbClr val="39464a"/>
              </a:solidFill>
              <a:latin typeface="Arial"/>
            </a:endParaRPr>
          </a:p>
          <a:p>
            <a:pPr marL="228600" indent="-228240">
              <a:lnSpc>
                <a:spcPct val="150000"/>
              </a:lnSpc>
              <a:spcBef>
                <a:spcPts val="1001"/>
              </a:spcBef>
              <a:buClr>
                <a:srgbClr val="21a9c0"/>
              </a:buClr>
              <a:buFont typeface="Arial"/>
              <a:buChar char="•"/>
            </a:pPr>
            <a:r>
              <a:rPr b="0" lang="cs-CZ" sz="2400" spc="-1" strike="noStrike">
                <a:solidFill>
                  <a:srgbClr val="39464a"/>
                </a:solidFill>
                <a:latin typeface="Arial"/>
              </a:rPr>
              <a:t>Part 2</a:t>
            </a:r>
            <a:endParaRPr b="0" lang="en-US" sz="2400" spc="-1" strike="noStrike">
              <a:solidFill>
                <a:srgbClr val="39464a"/>
              </a:solidFill>
              <a:latin typeface="Arial"/>
            </a:endParaRPr>
          </a:p>
          <a:p>
            <a:pPr lvl="1" marL="685800" indent="-228240">
              <a:lnSpc>
                <a:spcPct val="150000"/>
              </a:lnSpc>
              <a:spcBef>
                <a:spcPts val="499"/>
              </a:spcBef>
              <a:buClr>
                <a:srgbClr val="21a9c0"/>
              </a:buClr>
              <a:buFont typeface="Courier New"/>
              <a:buChar char="o"/>
            </a:pPr>
            <a:r>
              <a:rPr b="0" lang="cs-CZ" sz="2000" spc="-1" strike="noStrike">
                <a:solidFill>
                  <a:srgbClr val="39464a"/>
                </a:solidFill>
                <a:latin typeface="Arial"/>
              </a:rPr>
              <a:t>Find a PDB structure of a protein (experimentally derived)</a:t>
            </a:r>
            <a:endParaRPr b="0" lang="en-US" sz="2000" spc="-1" strike="noStrike">
              <a:solidFill>
                <a:srgbClr val="39464a"/>
              </a:solidFill>
              <a:latin typeface="Arial"/>
            </a:endParaRPr>
          </a:p>
          <a:p>
            <a:pPr lvl="1" marL="685800" indent="-228240">
              <a:lnSpc>
                <a:spcPct val="150000"/>
              </a:lnSpc>
              <a:spcBef>
                <a:spcPts val="499"/>
              </a:spcBef>
              <a:buClr>
                <a:srgbClr val="21a9c0"/>
              </a:buClr>
              <a:buFont typeface="Courier New"/>
              <a:buChar char="o"/>
            </a:pPr>
            <a:r>
              <a:rPr b="0" lang="cs-CZ" sz="2000" spc="-1" strike="noStrike">
                <a:solidFill>
                  <a:srgbClr val="39464a"/>
                </a:solidFill>
                <a:latin typeface="Arial"/>
              </a:rPr>
              <a:t>Use Alpha Fold to determine domains</a:t>
            </a:r>
            <a:endParaRPr b="0" lang="en-US" sz="2000" spc="-1" strike="noStrike">
              <a:solidFill>
                <a:srgbClr val="39464a"/>
              </a:solidFill>
              <a:latin typeface="Arial"/>
            </a:endParaRPr>
          </a:p>
          <a:p>
            <a:pPr lvl="1" marL="685800" indent="-228240">
              <a:lnSpc>
                <a:spcPct val="150000"/>
              </a:lnSpc>
              <a:spcBef>
                <a:spcPts val="499"/>
              </a:spcBef>
              <a:buClr>
                <a:srgbClr val="21a9c0"/>
              </a:buClr>
              <a:buFont typeface="Courier New"/>
              <a:buChar char="o"/>
            </a:pPr>
            <a:r>
              <a:rPr b="0" lang="cs-CZ" sz="2000" spc="-1" strike="noStrike">
                <a:solidFill>
                  <a:srgbClr val="39464a"/>
                </a:solidFill>
                <a:latin typeface="Arial"/>
              </a:rPr>
              <a:t>Simulate your protein!</a:t>
            </a:r>
            <a:endParaRPr b="0" lang="en-US" sz="2000" spc="-1" strike="noStrike">
              <a:solidFill>
                <a:srgbClr val="39464a"/>
              </a:solidFill>
              <a:latin typeface="Arial"/>
            </a:endParaRPr>
          </a:p>
        </p:txBody>
      </p:sp>
      <p:sp>
        <p:nvSpPr>
          <p:cNvPr id="294" name="TextShape 3"/>
          <p:cNvSpPr txBox="1"/>
          <p:nvPr/>
        </p:nvSpPr>
        <p:spPr>
          <a:xfrm>
            <a:off x="3333960" y="6408360"/>
            <a:ext cx="7886880" cy="215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r>
              <a:rPr b="0" lang="en-US" sz="1200" spc="-1" strike="noStrike">
                <a:solidFill>
                  <a:srgbClr val="7ac143"/>
                </a:solidFill>
                <a:latin typeface="Arial"/>
              </a:rPr>
              <a:t>CEITEC at Masaryk University</a:t>
            </a:r>
            <a:endParaRPr b="0" lang="en-US" sz="1200" spc="-1" strike="noStrike">
              <a:latin typeface="Times New Roman"/>
            </a:endParaRPr>
          </a:p>
        </p:txBody>
      </p:sp>
      <p:sp>
        <p:nvSpPr>
          <p:cNvPr id="295" name="TextShape 4"/>
          <p:cNvSpPr txBox="1"/>
          <p:nvPr/>
        </p:nvSpPr>
        <p:spPr>
          <a:xfrm>
            <a:off x="11221200" y="6408360"/>
            <a:ext cx="503640" cy="215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fld id="{BE2D9B54-12BC-4559-80A6-B5812BE80AD0}" type="slidenum">
              <a:rPr b="1" lang="en-US" sz="1200" spc="-1" strike="noStrike">
                <a:solidFill>
                  <a:srgbClr val="7ac143"/>
                </a:solidFill>
                <a:latin typeface="Arial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TextShape 1"/>
          <p:cNvSpPr txBox="1"/>
          <p:nvPr/>
        </p:nvSpPr>
        <p:spPr>
          <a:xfrm>
            <a:off x="466560" y="365040"/>
            <a:ext cx="11258280" cy="82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</a:pPr>
            <a:r>
              <a:rPr b="0" lang="cs-CZ" sz="3600" spc="-1" strike="noStrike">
                <a:solidFill>
                  <a:srgbClr val="21a9c0"/>
                </a:solidFill>
                <a:latin typeface="Arial"/>
              </a:rPr>
              <a:t>Protein RECQL5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7" name="TextShape 2"/>
          <p:cNvSpPr txBox="1"/>
          <p:nvPr/>
        </p:nvSpPr>
        <p:spPr>
          <a:xfrm>
            <a:off x="3333960" y="6408360"/>
            <a:ext cx="7886880" cy="215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r>
              <a:rPr b="0" lang="en-US" sz="1200" spc="-1" strike="noStrike">
                <a:solidFill>
                  <a:srgbClr val="7ac143"/>
                </a:solidFill>
                <a:latin typeface="Arial"/>
              </a:rPr>
              <a:t>CEITEC at Masaryk University</a:t>
            </a:r>
            <a:endParaRPr b="0" lang="en-US" sz="1200" spc="-1" strike="noStrike">
              <a:latin typeface="Times New Roman"/>
            </a:endParaRPr>
          </a:p>
        </p:txBody>
      </p:sp>
      <p:sp>
        <p:nvSpPr>
          <p:cNvPr id="298" name="TextShape 3"/>
          <p:cNvSpPr txBox="1"/>
          <p:nvPr/>
        </p:nvSpPr>
        <p:spPr>
          <a:xfrm>
            <a:off x="11221200" y="6408360"/>
            <a:ext cx="503640" cy="215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fld id="{616B5423-ED35-485C-A802-74F50BCC45C8}" type="slidenum">
              <a:rPr b="1" lang="en-US" sz="1200" spc="-1" strike="noStrike">
                <a:solidFill>
                  <a:srgbClr val="7ac143"/>
                </a:solidFill>
                <a:latin typeface="Arial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  <p:pic>
        <p:nvPicPr>
          <p:cNvPr id="299" name="Obrázek 6" descr="Obsah obrázku snímek obrazovky, text, řada/pruh, diagram&#10;&#10;Popis se vygeneroval automaticky."/>
          <p:cNvPicPr/>
          <p:nvPr/>
        </p:nvPicPr>
        <p:blipFill>
          <a:blip r:embed="rId1"/>
          <a:stretch/>
        </p:blipFill>
        <p:spPr>
          <a:xfrm>
            <a:off x="3934800" y="1515240"/>
            <a:ext cx="4481640" cy="4750920"/>
          </a:xfrm>
          <a:prstGeom prst="rect">
            <a:avLst/>
          </a:prstGeom>
          <a:ln w="0">
            <a:noFill/>
          </a:ln>
        </p:spPr>
      </p:pic>
      <p:sp>
        <p:nvSpPr>
          <p:cNvPr id="300" name="CustomShape 4"/>
          <p:cNvSpPr/>
          <p:nvPr/>
        </p:nvSpPr>
        <p:spPr>
          <a:xfrm flipH="1">
            <a:off x="5243040" y="1394280"/>
            <a:ext cx="8280" cy="40802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57150">
            <a:solidFill>
              <a:srgbClr val="c0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01" name="CustomShape 5"/>
          <p:cNvSpPr/>
          <p:nvPr/>
        </p:nvSpPr>
        <p:spPr>
          <a:xfrm flipH="1">
            <a:off x="6026760" y="1394280"/>
            <a:ext cx="8280" cy="40802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57150">
            <a:solidFill>
              <a:srgbClr val="c0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02" name="CustomShape 6"/>
          <p:cNvSpPr/>
          <p:nvPr/>
        </p:nvSpPr>
        <p:spPr>
          <a:xfrm flipH="1">
            <a:off x="6230520" y="1394280"/>
            <a:ext cx="8280" cy="40802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57150">
            <a:solidFill>
              <a:srgbClr val="c0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03" name="CustomShape 7"/>
          <p:cNvSpPr/>
          <p:nvPr/>
        </p:nvSpPr>
        <p:spPr>
          <a:xfrm flipH="1">
            <a:off x="6627600" y="1394280"/>
            <a:ext cx="8280" cy="40802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57150">
            <a:solidFill>
              <a:srgbClr val="c0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04" name="CustomShape 8"/>
          <p:cNvSpPr/>
          <p:nvPr/>
        </p:nvSpPr>
        <p:spPr>
          <a:xfrm flipH="1">
            <a:off x="7529040" y="1394280"/>
            <a:ext cx="8280" cy="40802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57150">
            <a:solidFill>
              <a:srgbClr val="c0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5248</TotalTime>
  <Application>LibreOffice/7.0.4.2$Linux_X86_64 LibreOffice_project/00$Build-2</Application>
  <AppVersion>15.0000</AppVersion>
  <Words>1797</Words>
  <Paragraphs>472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2017-09-06T10:48:47Z</dcterms:created>
  <dc:creator>Michaela Palata</dc:creator>
  <dc:description/>
  <dc:language>en-US</dc:language>
  <cp:lastModifiedBy/>
  <cp:lastPrinted>2017-09-20T07:48:49Z</cp:lastPrinted>
  <dcterms:modified xsi:type="dcterms:W3CDTF">2023-11-23T09:00:19Z</dcterms:modified>
  <cp:revision>918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MClips">
    <vt:i4>3</vt:i4>
  </property>
  <property fmtid="{D5CDD505-2E9C-101B-9397-08002B2CF9AE}" pid="3" name="Notes">
    <vt:i4>1</vt:i4>
  </property>
  <property fmtid="{D5CDD505-2E9C-101B-9397-08002B2CF9AE}" pid="4" name="PresentationFormat">
    <vt:lpwstr>Widescreen</vt:lpwstr>
  </property>
  <property fmtid="{D5CDD505-2E9C-101B-9397-08002B2CF9AE}" pid="5" name="Slides">
    <vt:i4>23</vt:i4>
  </property>
</Properties>
</file>